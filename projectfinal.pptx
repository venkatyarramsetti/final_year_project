
<file path=[Content_Types].xml><?xml version="1.0" encoding="utf-8"?>
<Types xmlns="http://schemas.openxmlformats.org/package/2006/content-types">
  <Default Extension="rels" ContentType="application/vnd.openxmlformats-package.relationships+xml"/>
  <Default Extension="xml" ContentType="application/xml"/>
  <Default Extension="jpe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p="http://schemas.openxmlformats.org/presentationml/2006/main" xmlns:r="http://schemas.openxmlformats.org/officeDocument/2006/relationships" xmlns:a="http://schemas.openxmlformats.org/drawingml/2006/main">
  <p:sldMasterIdLst>
    <p:sldMasterId id="2147483648" r:id="rId1"/>
  </p:sldMasterIdLst>
  <p:notesMasterIdLst>
    <p:notesMasterId r:id="rId2"/>
  </p:notesMasterIdLst>
  <p:sldIdLst>
    <p:sldId id="256" r:id="rId3"/>
    <p:sldId id="257" r:id="rId4"/>
    <p:sldId id="258" r:id="rId5"/>
    <p:sldId id="259" r:id="rId6"/>
    <p:sldId id="260" r:id="rId7"/>
    <p:sldId id="261" r:id="rId8"/>
  </p:sldIdLst>
  <p:sldSz type="screen16x9" cy="6858000" cx="12192000"/>
  <p:notesSz cx="6858000" cy="9144000"/>
  <p:defaultText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p:showPr>
    <p:present/>
    <p:sldAll/>
    <p:penClr>
      <a:prstClr val="red"/>
    </p:penClr>
  </p:showPr>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p="http://schemas.openxmlformats.org/presentationml/2006/main" xmlns:r="http://schemas.openxmlformats.org/officeDocument/2006/relationships" xmlns:a="http://schemas.openxmlformats.org/drawingml/2006/main">
  <p:normalViewPr>
    <p:restoredLeft sz="14972" autoAdjust="0"/>
    <p:restoredTop sz="94660"/>
  </p:normalViewPr>
  <p:slideViewPr>
    <p:cSldViewPr snapToGrid="0">
      <p:cViewPr varScale="1">
        <p:scale>
          <a:sx n="78" d="100"/>
          <a:sy n="78" d="100"/>
        </p:scale>
        <p:origin x="878" y="6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tableStyles" Target="tableStyles.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37" name=""/>
        <p:cNvGrpSpPr/>
        <p:nvPr/>
      </p:nvGrpSpPr>
      <p:grpSpPr>
        <a:xfrm>
          <a:off x="0" y="0"/>
          <a:ext cx="0" cy="0"/>
          <a:chOff x="0" y="0"/>
          <a:chExt cx="0" cy="0"/>
        </a:xfrm>
      </p:grpSpPr>
      <p:sp>
        <p:nvSpPr>
          <p:cNvPr id="1048650" name="Rectangle 2"/>
          <p:cNvSpPr>
            <a:spLocks noGrp="1" noChangeArrowheads="1"/>
          </p:cNvSpPr>
          <p:nvPr>
            <p:ph type="hdr" sz="quarter"/>
          </p:nvPr>
        </p:nvSpPr>
        <p:spPr bwMode="auto">
          <a:xfrm>
            <a:off x="2" y="1"/>
            <a:ext cx="3076575" cy="512763"/>
          </a:xfrm>
          <a:prstGeom prst="rect"/>
          <a:noFill/>
          <a:ln w="9525">
            <a:noFill/>
            <a:miter lim="800000"/>
            <a:headEnd/>
            <a:tailEnd/>
          </a:ln>
          <a:effectLst/>
        </p:spPr>
        <p:txBody>
          <a:bodyPr anchor="t" anchorCtr="0" bIns="45745" compatLnSpc="1" lIns="91492" numCol="1" rIns="91492" tIns="45745" vert="horz" wrap="square">
            <a:prstTxWarp prst="textNoShape"/>
          </a:bodyPr>
          <a:lstStyle>
            <a:lvl1pPr algn="l">
              <a:defRPr sz="1100"/>
            </a:lvl1pPr>
          </a:lstStyle>
          <a:p>
            <a:endParaRPr lang="en-US"/>
          </a:p>
        </p:txBody>
      </p:sp>
      <p:sp>
        <p:nvSpPr>
          <p:cNvPr id="1048651" name="Rectangle 3"/>
          <p:cNvSpPr>
            <a:spLocks noGrp="1" noChangeArrowheads="1"/>
          </p:cNvSpPr>
          <p:nvPr>
            <p:ph type="dt" idx="1"/>
          </p:nvPr>
        </p:nvSpPr>
        <p:spPr bwMode="auto">
          <a:xfrm>
            <a:off x="4021139" y="1"/>
            <a:ext cx="3076575" cy="512763"/>
          </a:xfrm>
          <a:prstGeom prst="rect"/>
          <a:noFill/>
          <a:ln w="9525">
            <a:noFill/>
            <a:miter lim="800000"/>
            <a:headEnd/>
            <a:tailEnd/>
          </a:ln>
          <a:effectLst/>
        </p:spPr>
        <p:txBody>
          <a:bodyPr anchor="t" anchorCtr="0" bIns="45745" compatLnSpc="1" lIns="91492" numCol="1" rIns="91492" tIns="45745" vert="horz" wrap="square">
            <a:prstTxWarp prst="textNoShape"/>
          </a:bodyPr>
          <a:lstStyle>
            <a:lvl1pPr algn="r">
              <a:defRPr sz="1100"/>
            </a:lvl1pPr>
          </a:lstStyle>
          <a:p>
            <a:endParaRPr lang="en-US"/>
          </a:p>
        </p:txBody>
      </p:sp>
      <p:sp>
        <p:nvSpPr>
          <p:cNvPr id="1048652" name="Rectangle 4"/>
          <p:cNvSpPr>
            <a:spLocks noChangeAspect="1" noRot="1" noGrp="1" noChangeArrowheads="1" noTextEdit="1"/>
          </p:cNvSpPr>
          <p:nvPr>
            <p:ph type="sldImg" idx="2"/>
          </p:nvPr>
        </p:nvSpPr>
        <p:spPr bwMode="auto">
          <a:xfrm>
            <a:off x="990600" y="766763"/>
            <a:ext cx="5118100" cy="3838575"/>
          </a:xfrm>
          <a:prstGeom prst="rect"/>
          <a:noFill/>
          <a:ln w="9525">
            <a:solidFill>
              <a:srgbClr val="000000"/>
            </a:solidFill>
            <a:miter lim="800000"/>
            <a:headEnd/>
            <a:tailEnd/>
          </a:ln>
          <a:effectLst/>
        </p:spPr>
      </p:sp>
      <p:sp>
        <p:nvSpPr>
          <p:cNvPr id="1048653" name="Rectangle 5"/>
          <p:cNvSpPr>
            <a:spLocks noGrp="1" noChangeArrowheads="1"/>
          </p:cNvSpPr>
          <p:nvPr>
            <p:ph type="body" sz="quarter" idx="3"/>
          </p:nvPr>
        </p:nvSpPr>
        <p:spPr bwMode="auto">
          <a:xfrm>
            <a:off x="709614" y="4862514"/>
            <a:ext cx="5680075" cy="4605337"/>
          </a:xfrm>
          <a:prstGeom prst="rect"/>
          <a:noFill/>
          <a:ln w="9525">
            <a:noFill/>
            <a:miter lim="800000"/>
            <a:headEnd/>
            <a:tailEnd/>
          </a:ln>
          <a:effectLst/>
        </p:spPr>
        <p:txBody>
          <a:bodyPr anchor="t" anchorCtr="0" bIns="45745" compatLnSpc="1" lIns="91492" numCol="1" rIns="91492" tIns="45745" vert="horz" wrap="square">
            <a:prstTxWarp prst="textNoShape"/>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48654" name="Rectangle 6"/>
          <p:cNvSpPr>
            <a:spLocks noGrp="1" noChangeArrowheads="1"/>
          </p:cNvSpPr>
          <p:nvPr>
            <p:ph type="ftr" sz="quarter" idx="4"/>
          </p:nvPr>
        </p:nvSpPr>
        <p:spPr bwMode="auto">
          <a:xfrm>
            <a:off x="2" y="9720264"/>
            <a:ext cx="3076575" cy="512762"/>
          </a:xfrm>
          <a:prstGeom prst="rect"/>
          <a:noFill/>
          <a:ln w="9525">
            <a:noFill/>
            <a:miter lim="800000"/>
            <a:headEnd/>
            <a:tailEnd/>
          </a:ln>
          <a:effectLst/>
        </p:spPr>
        <p:txBody>
          <a:bodyPr anchor="b" anchorCtr="0" bIns="45745" compatLnSpc="1" lIns="91492" numCol="1" rIns="91492" tIns="45745" vert="horz" wrap="square">
            <a:prstTxWarp prst="textNoShape"/>
          </a:bodyPr>
          <a:lstStyle>
            <a:lvl1pPr algn="l">
              <a:defRPr sz="1100"/>
            </a:lvl1pPr>
          </a:lstStyle>
          <a:p>
            <a:endParaRPr lang="en-US"/>
          </a:p>
        </p:txBody>
      </p:sp>
      <p:sp>
        <p:nvSpPr>
          <p:cNvPr id="1048655" name="Rectangle 7"/>
          <p:cNvSpPr>
            <a:spLocks noGrp="1" noChangeArrowheads="1"/>
          </p:cNvSpPr>
          <p:nvPr>
            <p:ph type="sldNum" sz="quarter" idx="5"/>
          </p:nvPr>
        </p:nvSpPr>
        <p:spPr bwMode="auto">
          <a:xfrm>
            <a:off x="4021139" y="9720264"/>
            <a:ext cx="3076575" cy="512762"/>
          </a:xfrm>
          <a:prstGeom prst="rect"/>
          <a:noFill/>
          <a:ln w="9525">
            <a:noFill/>
            <a:miter lim="800000"/>
            <a:headEnd/>
            <a:tailEnd/>
          </a:ln>
          <a:effectLst/>
        </p:spPr>
        <p:txBody>
          <a:bodyPr anchor="b" anchorCtr="0" bIns="45745" compatLnSpc="1" lIns="91492" numCol="1" rIns="91492" tIns="45745" vert="horz" wrap="square">
            <a:prstTxWarp prst="textNoShape"/>
          </a:bodyPr>
          <a:lstStyle>
            <a:lvl1pPr algn="r">
              <a:defRPr sz="1100"/>
            </a:lvl1pPr>
          </a:lstStyle>
          <a:p>
            <a:fld id="{A9A0EA98-5831-4853-B862-C702E6EB345C}" type="slidenum">
              <a:rPr lang="en-US"/>
              <a:t>‹#›</a:t>
            </a:fld>
            <a:endParaRPr lang="en-US"/>
          </a:p>
        </p:txBody>
      </p:sp>
    </p:spTree>
  </p:cSld>
  <p:clrMap accent1="accent1" accent2="accent2" accent3="accent3" accent4="accent4" accent5="accent5" accent6="accent6" bg1="lt1" bg2="lt2" tx1="dk1" tx2="dk2" hlink="hlink" folHlink="folHlink"/>
  <p:notesStyle>
    <a:lvl1pPr algn="l" fontAlgn="base" rtl="0">
      <a:spcBef>
        <a:spcPct val="30000"/>
      </a:spcBef>
      <a:spcAft>
        <a:spcPct val="0"/>
      </a:spcAft>
      <a:defRPr sz="1200" kern="1200">
        <a:solidFill>
          <a:schemeClr val="tx1"/>
        </a:solidFill>
        <a:latin typeface="Arial" charset="0"/>
        <a:ea typeface="+mn-ea"/>
        <a:cs typeface="+mn-cs"/>
      </a:defRPr>
    </a:lvl1pPr>
    <a:lvl2pPr algn="l" fontAlgn="base" marL="457200" rtl="0">
      <a:spcBef>
        <a:spcPct val="30000"/>
      </a:spcBef>
      <a:spcAft>
        <a:spcPct val="0"/>
      </a:spcAft>
      <a:defRPr sz="1200" kern="1200">
        <a:solidFill>
          <a:schemeClr val="tx1"/>
        </a:solidFill>
        <a:latin typeface="Arial" charset="0"/>
        <a:ea typeface="+mn-ea"/>
        <a:cs typeface="+mn-cs"/>
      </a:defRPr>
    </a:lvl2pPr>
    <a:lvl3pPr algn="l" fontAlgn="base" marL="914400" rtl="0">
      <a:spcBef>
        <a:spcPct val="30000"/>
      </a:spcBef>
      <a:spcAft>
        <a:spcPct val="0"/>
      </a:spcAft>
      <a:defRPr sz="1200" kern="1200">
        <a:solidFill>
          <a:schemeClr val="tx1"/>
        </a:solidFill>
        <a:latin typeface="Arial" charset="0"/>
        <a:ea typeface="+mn-ea"/>
        <a:cs typeface="+mn-cs"/>
      </a:defRPr>
    </a:lvl3pPr>
    <a:lvl4pPr algn="l" fontAlgn="base" marL="1371600" rtl="0">
      <a:spcBef>
        <a:spcPct val="30000"/>
      </a:spcBef>
      <a:spcAft>
        <a:spcPct val="0"/>
      </a:spcAft>
      <a:defRPr sz="1200" kern="1200">
        <a:solidFill>
          <a:schemeClr val="tx1"/>
        </a:solidFill>
        <a:latin typeface="Arial" charset="0"/>
        <a:ea typeface="+mn-ea"/>
        <a:cs typeface="+mn-cs"/>
      </a:defRPr>
    </a:lvl4pPr>
    <a:lvl5pPr algn="l" fontAlgn="base" marL="1828800" rtl="0">
      <a:spcBef>
        <a:spcPct val="30000"/>
      </a:spcBef>
      <a:spcAft>
        <a:spcPct val="0"/>
      </a:spcAft>
      <a:defRPr sz="1200" kern="1200">
        <a:solidFill>
          <a:schemeClr val="tx1"/>
        </a:solidFill>
        <a:latin typeface="Arial" charset="0"/>
        <a:ea typeface="+mn-ea"/>
        <a:cs typeface="+mn-cs"/>
      </a:defRPr>
    </a:lvl5pPr>
    <a:lvl6pPr algn="l" defTabSz="914400" eaLnBrk="1" hangingPunct="1" latinLnBrk="0" marL="2286000" rtl="0">
      <a:defRPr sz="1200" kern="1200">
        <a:solidFill>
          <a:schemeClr val="tx1"/>
        </a:solidFill>
        <a:latin typeface="+mn-lt"/>
        <a:ea typeface="+mn-ea"/>
        <a:cs typeface="+mn-cs"/>
      </a:defRPr>
    </a:lvl6pPr>
    <a:lvl7pPr algn="l" defTabSz="914400" eaLnBrk="1" hangingPunct="1" latinLnBrk="0" marL="2743200" rtl="0">
      <a:defRPr sz="1200" kern="1200">
        <a:solidFill>
          <a:schemeClr val="tx1"/>
        </a:solidFill>
        <a:latin typeface="+mn-lt"/>
        <a:ea typeface="+mn-ea"/>
        <a:cs typeface="+mn-cs"/>
      </a:defRPr>
    </a:lvl7pPr>
    <a:lvl8pPr algn="l" defTabSz="914400" eaLnBrk="1" hangingPunct="1" latinLnBrk="0" marL="3200400" rtl="0">
      <a:defRPr sz="1200" kern="1200">
        <a:solidFill>
          <a:schemeClr val="tx1"/>
        </a:solidFill>
        <a:latin typeface="+mn-lt"/>
        <a:ea typeface="+mn-ea"/>
        <a:cs typeface="+mn-cs"/>
      </a:defRPr>
    </a:lvl8pPr>
    <a:lvl9pPr algn="l" defTabSz="914400" eaLnBrk="1" hangingPunct="1" latinLnBrk="0" marL="3657600" rtl="0">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type="title">
  <p:cSld name="Title Slide">
    <p:spTree>
      <p:nvGrpSpPr>
        <p:cNvPr id="27" name=""/>
        <p:cNvGrpSpPr/>
        <p:nvPr/>
      </p:nvGrpSpPr>
      <p:grpSpPr>
        <a:xfrm>
          <a:off x="0" y="0"/>
          <a:ext cx="0" cy="0"/>
          <a:chOff x="0" y="0"/>
          <a:chExt cx="0" cy="0"/>
        </a:xfrm>
      </p:grpSpPr>
      <p:sp>
        <p:nvSpPr>
          <p:cNvPr id="1048600"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1048601" name="Subtitle 2"/>
          <p:cNvSpPr>
            <a:spLocks noGrp="1"/>
          </p:cNvSpPr>
          <p:nvPr>
            <p:ph type="subTitle" idx="1"/>
          </p:nvPr>
        </p:nvSpPr>
        <p:spPr>
          <a:xfrm>
            <a:off x="1524000" y="3602038"/>
            <a:ext cx="9144000" cy="1655762"/>
          </a:xfrm>
        </p:spPr>
        <p:txBody>
          <a:bodyPr/>
          <a:lstStyle>
            <a:lvl1pPr algn="ctr" indent="0" marL="0">
              <a:buNone/>
              <a:defRPr sz="2400"/>
            </a:lvl1pPr>
            <a:lvl2pPr algn="ctr" indent="0" marL="457200">
              <a:buNone/>
              <a:defRPr sz="2000"/>
            </a:lvl2pPr>
            <a:lvl3pPr algn="ctr" indent="0" marL="914400">
              <a:buNone/>
              <a:defRPr sz="1800"/>
            </a:lvl3pPr>
            <a:lvl4pPr algn="ctr" indent="0" marL="1371600">
              <a:buNone/>
              <a:defRPr sz="1600"/>
            </a:lvl4pPr>
            <a:lvl5pPr algn="ctr" indent="0" marL="1828800">
              <a:buNone/>
              <a:defRPr sz="1600"/>
            </a:lvl5pPr>
            <a:lvl6pPr algn="ctr" indent="0" marL="2286000">
              <a:buNone/>
              <a:defRPr sz="1600"/>
            </a:lvl6pPr>
            <a:lvl7pPr algn="ctr" indent="0" marL="2743200">
              <a:buNone/>
              <a:defRPr sz="1600"/>
            </a:lvl7pPr>
            <a:lvl8pPr algn="ctr" indent="0" marL="3200400">
              <a:buNone/>
              <a:defRPr sz="1600"/>
            </a:lvl8pPr>
            <a:lvl9pPr algn="ctr" indent="0" marL="3657600">
              <a:buNone/>
              <a:defRPr sz="1600"/>
            </a:lvl9pPr>
          </a:lstStyle>
          <a:p>
            <a:r>
              <a:rPr lang="en-US"/>
              <a:t>Click to edit Master subtitle style</a:t>
            </a:r>
            <a:endParaRPr lang="en-IN"/>
          </a:p>
        </p:txBody>
      </p:sp>
      <p:sp>
        <p:nvSpPr>
          <p:cNvPr id="1048602" name="Date Placeholder 3"/>
          <p:cNvSpPr>
            <a:spLocks noGrp="1"/>
          </p:cNvSpPr>
          <p:nvPr>
            <p:ph type="dt" sz="half" idx="10"/>
          </p:nvPr>
        </p:nvSpPr>
        <p:spPr/>
        <p:txBody>
          <a:bodyPr/>
          <a:p>
            <a:fld id="{22D9D8A6-2226-4C44-8F4C-CB417F52E7E4}" type="datetimeFigureOut">
              <a:rPr lang="en-IN" smtClean="0"/>
              <a:t>05-09-2025</a:t>
            </a:fld>
            <a:endParaRPr lang="en-IN"/>
          </a:p>
        </p:txBody>
      </p:sp>
      <p:sp>
        <p:nvSpPr>
          <p:cNvPr id="1048603" name="Footer Placeholder 4"/>
          <p:cNvSpPr>
            <a:spLocks noGrp="1"/>
          </p:cNvSpPr>
          <p:nvPr>
            <p:ph type="ftr" sz="quarter" idx="11"/>
          </p:nvPr>
        </p:nvSpPr>
        <p:spPr/>
        <p:txBody>
          <a:bodyPr/>
          <a:p>
            <a:endParaRPr lang="en-IN"/>
          </a:p>
        </p:txBody>
      </p:sp>
      <p:sp>
        <p:nvSpPr>
          <p:cNvPr id="1048604" name="Slide Number Placeholder 5"/>
          <p:cNvSpPr>
            <a:spLocks noGrp="1"/>
          </p:cNvSpPr>
          <p:nvPr>
            <p:ph type="sldNum" sz="quarter" idx="12"/>
          </p:nvPr>
        </p:nvSpPr>
        <p:spPr/>
        <p:txBody>
          <a:bodyPr/>
          <a:p>
            <a:fld id="{3B445C74-4823-4C80-8509-540F060B67EB}"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21" name=""/>
        <p:cNvGrpSpPr/>
        <p:nvPr/>
      </p:nvGrpSpPr>
      <p:grpSpPr>
        <a:xfrm>
          <a:off x="0" y="0"/>
          <a:ext cx="0" cy="0"/>
          <a:chOff x="0" y="0"/>
          <a:chExt cx="0" cy="0"/>
        </a:xfrm>
      </p:grpSpPr>
      <p:sp>
        <p:nvSpPr>
          <p:cNvPr id="1048586" name="Title 1"/>
          <p:cNvSpPr>
            <a:spLocks noGrp="1"/>
          </p:cNvSpPr>
          <p:nvPr>
            <p:ph type="title"/>
          </p:nvPr>
        </p:nvSpPr>
        <p:spPr/>
        <p:txBody>
          <a:bodyPr/>
          <a:p>
            <a:r>
              <a:rPr lang="en-US"/>
              <a:t>Click to edit Master title style</a:t>
            </a:r>
            <a:endParaRPr lang="en-IN"/>
          </a:p>
        </p:txBody>
      </p:sp>
      <p:sp>
        <p:nvSpPr>
          <p:cNvPr id="1048587" name="Content Placeholder 2"/>
          <p:cNvSpPr>
            <a:spLocks noGrp="1"/>
          </p:cNvSpPr>
          <p:nvPr>
            <p:ph idx="1"/>
          </p:nvPr>
        </p:nvSpPr>
        <p:spPr/>
        <p:txBody>
          <a:bodyPr/>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588" name="Date Placeholder 3"/>
          <p:cNvSpPr>
            <a:spLocks noGrp="1"/>
          </p:cNvSpPr>
          <p:nvPr>
            <p:ph type="dt" sz="half" idx="10"/>
          </p:nvPr>
        </p:nvSpPr>
        <p:spPr/>
        <p:txBody>
          <a:bodyPr/>
          <a:p>
            <a:fld id="{22D9D8A6-2226-4C44-8F4C-CB417F52E7E4}" type="datetimeFigureOut">
              <a:rPr lang="en-IN" smtClean="0"/>
              <a:t>05-09-2025</a:t>
            </a:fld>
            <a:endParaRPr lang="en-IN"/>
          </a:p>
        </p:txBody>
      </p:sp>
      <p:sp>
        <p:nvSpPr>
          <p:cNvPr id="1048589" name="Footer Placeholder 4"/>
          <p:cNvSpPr>
            <a:spLocks noGrp="1"/>
          </p:cNvSpPr>
          <p:nvPr>
            <p:ph type="ftr" sz="quarter" idx="11"/>
          </p:nvPr>
        </p:nvSpPr>
        <p:spPr/>
        <p:txBody>
          <a:bodyPr/>
          <a:p>
            <a:endParaRPr lang="en-IN"/>
          </a:p>
        </p:txBody>
      </p:sp>
      <p:sp>
        <p:nvSpPr>
          <p:cNvPr id="1048590" name="Slide Number Placeholder 5"/>
          <p:cNvSpPr>
            <a:spLocks noGrp="1"/>
          </p:cNvSpPr>
          <p:nvPr>
            <p:ph type="sldNum" sz="quarter" idx="12"/>
          </p:nvPr>
        </p:nvSpPr>
        <p:spPr/>
        <p:txBody>
          <a:bodyPr/>
          <a:p>
            <a:fld id="{3B445C74-4823-4C80-8509-540F060B67EB}"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secHead">
  <p:cSld name="Section Header">
    <p:spTree>
      <p:nvGrpSpPr>
        <p:cNvPr id="32" name=""/>
        <p:cNvGrpSpPr/>
        <p:nvPr/>
      </p:nvGrpSpPr>
      <p:grpSpPr>
        <a:xfrm>
          <a:off x="0" y="0"/>
          <a:ext cx="0" cy="0"/>
          <a:chOff x="0" y="0"/>
          <a:chExt cx="0" cy="0"/>
        </a:xfrm>
      </p:grpSpPr>
      <p:sp>
        <p:nvSpPr>
          <p:cNvPr id="1048625"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1048626" name="Text Placeholder 2"/>
          <p:cNvSpPr>
            <a:spLocks noGrp="1"/>
          </p:cNvSpPr>
          <p:nvPr>
            <p:ph type="body" idx="1"/>
          </p:nvPr>
        </p:nvSpPr>
        <p:spPr>
          <a:xfrm>
            <a:off x="831850" y="4589463"/>
            <a:ext cx="10515600" cy="1500187"/>
          </a:xfrm>
        </p:spPr>
        <p:txBody>
          <a:bodyPr/>
          <a:lstStyle>
            <a:lvl1pPr indent="0" marL="0">
              <a:buNone/>
              <a:defRPr sz="2400">
                <a:solidFill>
                  <a:schemeClr val="tx1">
                    <a:tint val="75000"/>
                  </a:schemeClr>
                </a:solidFill>
              </a:defRPr>
            </a:lvl1pPr>
            <a:lvl2pPr indent="0" marL="457200">
              <a:buNone/>
              <a:defRPr sz="2000">
                <a:solidFill>
                  <a:schemeClr val="tx1">
                    <a:tint val="75000"/>
                  </a:schemeClr>
                </a:solidFill>
              </a:defRPr>
            </a:lvl2pPr>
            <a:lvl3pPr indent="0" marL="914400">
              <a:buNone/>
              <a:defRPr sz="1800">
                <a:solidFill>
                  <a:schemeClr val="tx1">
                    <a:tint val="75000"/>
                  </a:schemeClr>
                </a:solidFill>
              </a:defRPr>
            </a:lvl3pPr>
            <a:lvl4pPr indent="0" marL="1371600">
              <a:buNone/>
              <a:defRPr sz="1600">
                <a:solidFill>
                  <a:schemeClr val="tx1">
                    <a:tint val="75000"/>
                  </a:schemeClr>
                </a:solidFill>
              </a:defRPr>
            </a:lvl4pPr>
            <a:lvl5pPr indent="0" marL="1828800">
              <a:buNone/>
              <a:defRPr sz="1600">
                <a:solidFill>
                  <a:schemeClr val="tx1">
                    <a:tint val="75000"/>
                  </a:schemeClr>
                </a:solidFill>
              </a:defRPr>
            </a:lvl5pPr>
            <a:lvl6pPr indent="0" marL="2286000">
              <a:buNone/>
              <a:defRPr sz="1600">
                <a:solidFill>
                  <a:schemeClr val="tx1">
                    <a:tint val="75000"/>
                  </a:schemeClr>
                </a:solidFill>
              </a:defRPr>
            </a:lvl6pPr>
            <a:lvl7pPr indent="0" marL="2743200">
              <a:buNone/>
              <a:defRPr sz="1600">
                <a:solidFill>
                  <a:schemeClr val="tx1">
                    <a:tint val="75000"/>
                  </a:schemeClr>
                </a:solidFill>
              </a:defRPr>
            </a:lvl7pPr>
            <a:lvl8pPr indent="0" marL="3200400">
              <a:buNone/>
              <a:defRPr sz="1600">
                <a:solidFill>
                  <a:schemeClr val="tx1">
                    <a:tint val="75000"/>
                  </a:schemeClr>
                </a:solidFill>
              </a:defRPr>
            </a:lvl8pPr>
            <a:lvl9pPr indent="0" marL="3657600">
              <a:buNone/>
              <a:defRPr sz="1600">
                <a:solidFill>
                  <a:schemeClr val="tx1">
                    <a:tint val="75000"/>
                  </a:schemeClr>
                </a:solidFill>
              </a:defRPr>
            </a:lvl9pPr>
          </a:lstStyle>
          <a:p>
            <a:pPr lvl="0"/>
            <a:r>
              <a:rPr lang="en-US"/>
              <a:t>Edit Master text styles</a:t>
            </a:r>
          </a:p>
        </p:txBody>
      </p:sp>
      <p:sp>
        <p:nvSpPr>
          <p:cNvPr id="1048627" name="Date Placeholder 3"/>
          <p:cNvSpPr>
            <a:spLocks noGrp="1"/>
          </p:cNvSpPr>
          <p:nvPr>
            <p:ph type="dt" sz="half" idx="10"/>
          </p:nvPr>
        </p:nvSpPr>
        <p:spPr/>
        <p:txBody>
          <a:bodyPr/>
          <a:p>
            <a:fld id="{22D9D8A6-2226-4C44-8F4C-CB417F52E7E4}" type="datetimeFigureOut">
              <a:rPr lang="en-IN" smtClean="0"/>
              <a:t>05-09-2025</a:t>
            </a:fld>
            <a:endParaRPr lang="en-IN"/>
          </a:p>
        </p:txBody>
      </p:sp>
      <p:sp>
        <p:nvSpPr>
          <p:cNvPr id="1048628" name="Footer Placeholder 4"/>
          <p:cNvSpPr>
            <a:spLocks noGrp="1"/>
          </p:cNvSpPr>
          <p:nvPr>
            <p:ph type="ftr" sz="quarter" idx="11"/>
          </p:nvPr>
        </p:nvSpPr>
        <p:spPr/>
        <p:txBody>
          <a:bodyPr/>
          <a:p>
            <a:endParaRPr lang="en-IN"/>
          </a:p>
        </p:txBody>
      </p:sp>
      <p:sp>
        <p:nvSpPr>
          <p:cNvPr id="1048629" name="Slide Number Placeholder 5"/>
          <p:cNvSpPr>
            <a:spLocks noGrp="1"/>
          </p:cNvSpPr>
          <p:nvPr>
            <p:ph type="sldNum" sz="quarter" idx="12"/>
          </p:nvPr>
        </p:nvSpPr>
        <p:spPr/>
        <p:txBody>
          <a:bodyPr/>
          <a:p>
            <a:fld id="{3B445C74-4823-4C80-8509-540F060B67EB}"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twoObj">
  <p:cSld name="Two Content">
    <p:spTree>
      <p:nvGrpSpPr>
        <p:cNvPr id="33" name=""/>
        <p:cNvGrpSpPr/>
        <p:nvPr/>
      </p:nvGrpSpPr>
      <p:grpSpPr>
        <a:xfrm>
          <a:off x="0" y="0"/>
          <a:ext cx="0" cy="0"/>
          <a:chOff x="0" y="0"/>
          <a:chExt cx="0" cy="0"/>
        </a:xfrm>
      </p:grpSpPr>
      <p:sp>
        <p:nvSpPr>
          <p:cNvPr id="1048630" name="Title 1"/>
          <p:cNvSpPr>
            <a:spLocks noGrp="1"/>
          </p:cNvSpPr>
          <p:nvPr>
            <p:ph type="title"/>
          </p:nvPr>
        </p:nvSpPr>
        <p:spPr/>
        <p:txBody>
          <a:bodyPr/>
          <a:p>
            <a:r>
              <a:rPr lang="en-US"/>
              <a:t>Click to edit Master title style</a:t>
            </a:r>
            <a:endParaRPr lang="en-IN"/>
          </a:p>
        </p:txBody>
      </p:sp>
      <p:sp>
        <p:nvSpPr>
          <p:cNvPr id="1048631" name="Content Placeholder 2"/>
          <p:cNvSpPr>
            <a:spLocks noGrp="1"/>
          </p:cNvSpPr>
          <p:nvPr>
            <p:ph sz="half" idx="1"/>
          </p:nvPr>
        </p:nvSpPr>
        <p:spPr>
          <a:xfrm>
            <a:off x="838200" y="1825625"/>
            <a:ext cx="5181600" cy="4351338"/>
          </a:xfrm>
        </p:spPr>
        <p:txBody>
          <a:bodyPr/>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632" name="Content Placeholder 3"/>
          <p:cNvSpPr>
            <a:spLocks noGrp="1"/>
          </p:cNvSpPr>
          <p:nvPr>
            <p:ph sz="half" idx="2"/>
          </p:nvPr>
        </p:nvSpPr>
        <p:spPr>
          <a:xfrm>
            <a:off x="6172200" y="1825625"/>
            <a:ext cx="5181600" cy="4351338"/>
          </a:xfrm>
        </p:spPr>
        <p:txBody>
          <a:bodyPr/>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633" name="Date Placeholder 4"/>
          <p:cNvSpPr>
            <a:spLocks noGrp="1"/>
          </p:cNvSpPr>
          <p:nvPr>
            <p:ph type="dt" sz="half" idx="10"/>
          </p:nvPr>
        </p:nvSpPr>
        <p:spPr/>
        <p:txBody>
          <a:bodyPr/>
          <a:p>
            <a:fld id="{22D9D8A6-2226-4C44-8F4C-CB417F52E7E4}" type="datetimeFigureOut">
              <a:rPr lang="en-IN" smtClean="0"/>
              <a:t>05-09-2025</a:t>
            </a:fld>
            <a:endParaRPr lang="en-IN"/>
          </a:p>
        </p:txBody>
      </p:sp>
      <p:sp>
        <p:nvSpPr>
          <p:cNvPr id="1048634" name="Footer Placeholder 5"/>
          <p:cNvSpPr>
            <a:spLocks noGrp="1"/>
          </p:cNvSpPr>
          <p:nvPr>
            <p:ph type="ftr" sz="quarter" idx="11"/>
          </p:nvPr>
        </p:nvSpPr>
        <p:spPr/>
        <p:txBody>
          <a:bodyPr/>
          <a:p>
            <a:endParaRPr lang="en-IN"/>
          </a:p>
        </p:txBody>
      </p:sp>
      <p:sp>
        <p:nvSpPr>
          <p:cNvPr id="1048635" name="Slide Number Placeholder 6"/>
          <p:cNvSpPr>
            <a:spLocks noGrp="1"/>
          </p:cNvSpPr>
          <p:nvPr>
            <p:ph type="sldNum" sz="quarter" idx="12"/>
          </p:nvPr>
        </p:nvSpPr>
        <p:spPr/>
        <p:txBody>
          <a:bodyPr/>
          <a:p>
            <a:fld id="{3B445C74-4823-4C80-8509-540F060B67EB}"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twoTxTwoObj">
  <p:cSld name="Comparison">
    <p:spTree>
      <p:nvGrpSpPr>
        <p:cNvPr id="34" name=""/>
        <p:cNvGrpSpPr/>
        <p:nvPr/>
      </p:nvGrpSpPr>
      <p:grpSpPr>
        <a:xfrm>
          <a:off x="0" y="0"/>
          <a:ext cx="0" cy="0"/>
          <a:chOff x="0" y="0"/>
          <a:chExt cx="0" cy="0"/>
        </a:xfrm>
      </p:grpSpPr>
      <p:sp>
        <p:nvSpPr>
          <p:cNvPr id="1048636" name="Title 1"/>
          <p:cNvSpPr>
            <a:spLocks noGrp="1"/>
          </p:cNvSpPr>
          <p:nvPr>
            <p:ph type="title"/>
          </p:nvPr>
        </p:nvSpPr>
        <p:spPr>
          <a:xfrm>
            <a:off x="839788" y="365125"/>
            <a:ext cx="10515600" cy="1325563"/>
          </a:xfrm>
        </p:spPr>
        <p:txBody>
          <a:bodyPr/>
          <a:p>
            <a:r>
              <a:rPr lang="en-US"/>
              <a:t>Click to edit Master title style</a:t>
            </a:r>
            <a:endParaRPr lang="en-IN"/>
          </a:p>
        </p:txBody>
      </p:sp>
      <p:sp>
        <p:nvSpPr>
          <p:cNvPr id="1048637" name="Text Placeholder 2"/>
          <p:cNvSpPr>
            <a:spLocks noGrp="1"/>
          </p:cNvSpPr>
          <p:nvPr>
            <p:ph type="body" idx="1"/>
          </p:nvPr>
        </p:nvSpPr>
        <p:spPr>
          <a:xfrm>
            <a:off x="839788" y="1681163"/>
            <a:ext cx="5157787" cy="823912"/>
          </a:xfrm>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a:t>Edit Master text styles</a:t>
            </a:r>
          </a:p>
        </p:txBody>
      </p:sp>
      <p:sp>
        <p:nvSpPr>
          <p:cNvPr id="1048638" name="Content Placeholder 3"/>
          <p:cNvSpPr>
            <a:spLocks noGrp="1"/>
          </p:cNvSpPr>
          <p:nvPr>
            <p:ph sz="half" idx="2"/>
          </p:nvPr>
        </p:nvSpPr>
        <p:spPr>
          <a:xfrm>
            <a:off x="839788" y="2505075"/>
            <a:ext cx="5157787" cy="3684588"/>
          </a:xfrm>
        </p:spPr>
        <p:txBody>
          <a:bodyPr/>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639" name="Text Placeholder 4"/>
          <p:cNvSpPr>
            <a:spLocks noGrp="1"/>
          </p:cNvSpPr>
          <p:nvPr>
            <p:ph type="body" sz="quarter" idx="3"/>
          </p:nvPr>
        </p:nvSpPr>
        <p:spPr>
          <a:xfrm>
            <a:off x="6172200" y="1681163"/>
            <a:ext cx="5183188" cy="823912"/>
          </a:xfrm>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a:t>Edit Master text styles</a:t>
            </a:r>
          </a:p>
        </p:txBody>
      </p:sp>
      <p:sp>
        <p:nvSpPr>
          <p:cNvPr id="1048640" name="Content Placeholder 5"/>
          <p:cNvSpPr>
            <a:spLocks noGrp="1"/>
          </p:cNvSpPr>
          <p:nvPr>
            <p:ph sz="quarter" idx="4"/>
          </p:nvPr>
        </p:nvSpPr>
        <p:spPr>
          <a:xfrm>
            <a:off x="6172200" y="2505075"/>
            <a:ext cx="5183188" cy="3684588"/>
          </a:xfrm>
        </p:spPr>
        <p:txBody>
          <a:bodyPr/>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641" name="Date Placeholder 6"/>
          <p:cNvSpPr>
            <a:spLocks noGrp="1"/>
          </p:cNvSpPr>
          <p:nvPr>
            <p:ph type="dt" sz="half" idx="10"/>
          </p:nvPr>
        </p:nvSpPr>
        <p:spPr/>
        <p:txBody>
          <a:bodyPr/>
          <a:p>
            <a:fld id="{22D9D8A6-2226-4C44-8F4C-CB417F52E7E4}" type="datetimeFigureOut">
              <a:rPr lang="en-IN" smtClean="0"/>
              <a:t>05-09-2025</a:t>
            </a:fld>
            <a:endParaRPr lang="en-IN"/>
          </a:p>
        </p:txBody>
      </p:sp>
      <p:sp>
        <p:nvSpPr>
          <p:cNvPr id="1048642" name="Footer Placeholder 7"/>
          <p:cNvSpPr>
            <a:spLocks noGrp="1"/>
          </p:cNvSpPr>
          <p:nvPr>
            <p:ph type="ftr" sz="quarter" idx="11"/>
          </p:nvPr>
        </p:nvSpPr>
        <p:spPr/>
        <p:txBody>
          <a:bodyPr/>
          <a:p>
            <a:endParaRPr lang="en-IN"/>
          </a:p>
        </p:txBody>
      </p:sp>
      <p:sp>
        <p:nvSpPr>
          <p:cNvPr id="1048643" name="Slide Number Placeholder 8"/>
          <p:cNvSpPr>
            <a:spLocks noGrp="1"/>
          </p:cNvSpPr>
          <p:nvPr>
            <p:ph type="sldNum" sz="quarter" idx="12"/>
          </p:nvPr>
        </p:nvSpPr>
        <p:spPr/>
        <p:txBody>
          <a:bodyPr/>
          <a:p>
            <a:fld id="{3B445C74-4823-4C80-8509-540F060B67EB}"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type="titleOnly">
  <p:cSld name="Title Only">
    <p:spTree>
      <p:nvGrpSpPr>
        <p:cNvPr id="28" name=""/>
        <p:cNvGrpSpPr/>
        <p:nvPr/>
      </p:nvGrpSpPr>
      <p:grpSpPr>
        <a:xfrm>
          <a:off x="0" y="0"/>
          <a:ext cx="0" cy="0"/>
          <a:chOff x="0" y="0"/>
          <a:chExt cx="0" cy="0"/>
        </a:xfrm>
      </p:grpSpPr>
      <p:sp>
        <p:nvSpPr>
          <p:cNvPr id="1048605" name="Title 1"/>
          <p:cNvSpPr>
            <a:spLocks noGrp="1"/>
          </p:cNvSpPr>
          <p:nvPr>
            <p:ph type="title"/>
          </p:nvPr>
        </p:nvSpPr>
        <p:spPr/>
        <p:txBody>
          <a:bodyPr/>
          <a:p>
            <a:r>
              <a:rPr lang="en-US"/>
              <a:t>Click to edit Master title style</a:t>
            </a:r>
            <a:endParaRPr lang="en-IN"/>
          </a:p>
        </p:txBody>
      </p:sp>
      <p:sp>
        <p:nvSpPr>
          <p:cNvPr id="1048606" name="Date Placeholder 2"/>
          <p:cNvSpPr>
            <a:spLocks noGrp="1"/>
          </p:cNvSpPr>
          <p:nvPr>
            <p:ph type="dt" sz="half" idx="10"/>
          </p:nvPr>
        </p:nvSpPr>
        <p:spPr/>
        <p:txBody>
          <a:bodyPr/>
          <a:p>
            <a:fld id="{22D9D8A6-2226-4C44-8F4C-CB417F52E7E4}" type="datetimeFigureOut">
              <a:rPr lang="en-IN" smtClean="0"/>
              <a:t>05-09-2025</a:t>
            </a:fld>
            <a:endParaRPr lang="en-IN"/>
          </a:p>
        </p:txBody>
      </p:sp>
      <p:sp>
        <p:nvSpPr>
          <p:cNvPr id="1048607" name="Footer Placeholder 3"/>
          <p:cNvSpPr>
            <a:spLocks noGrp="1"/>
          </p:cNvSpPr>
          <p:nvPr>
            <p:ph type="ftr" sz="quarter" idx="11"/>
          </p:nvPr>
        </p:nvSpPr>
        <p:spPr/>
        <p:txBody>
          <a:bodyPr/>
          <a:p>
            <a:endParaRPr lang="en-IN"/>
          </a:p>
        </p:txBody>
      </p:sp>
      <p:sp>
        <p:nvSpPr>
          <p:cNvPr id="1048608" name="Slide Number Placeholder 4"/>
          <p:cNvSpPr>
            <a:spLocks noGrp="1"/>
          </p:cNvSpPr>
          <p:nvPr>
            <p:ph type="sldNum" sz="quarter" idx="12"/>
          </p:nvPr>
        </p:nvSpPr>
        <p:spPr/>
        <p:txBody>
          <a:bodyPr/>
          <a:p>
            <a:fld id="{3B445C74-4823-4C80-8509-540F060B67EB}"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type="blank">
  <p:cSld name="Blank">
    <p:spTree>
      <p:nvGrpSpPr>
        <p:cNvPr id="19" name=""/>
        <p:cNvGrpSpPr/>
        <p:nvPr/>
      </p:nvGrpSpPr>
      <p:grpSpPr>
        <a:xfrm>
          <a:off x="0" y="0"/>
          <a:ext cx="0" cy="0"/>
          <a:chOff x="0" y="0"/>
          <a:chExt cx="0" cy="0"/>
        </a:xfrm>
      </p:grpSpPr>
      <p:sp>
        <p:nvSpPr>
          <p:cNvPr id="1048581" name="Date Placeholder 1"/>
          <p:cNvSpPr>
            <a:spLocks noGrp="1"/>
          </p:cNvSpPr>
          <p:nvPr>
            <p:ph type="dt" sz="half" idx="10"/>
          </p:nvPr>
        </p:nvSpPr>
        <p:spPr/>
        <p:txBody>
          <a:bodyPr/>
          <a:p>
            <a:fld id="{22D9D8A6-2226-4C44-8F4C-CB417F52E7E4}" type="datetimeFigureOut">
              <a:rPr lang="en-IN" smtClean="0"/>
              <a:t>05-09-2025</a:t>
            </a:fld>
            <a:endParaRPr lang="en-IN"/>
          </a:p>
        </p:txBody>
      </p:sp>
      <p:sp>
        <p:nvSpPr>
          <p:cNvPr id="1048582" name="Footer Placeholder 2"/>
          <p:cNvSpPr>
            <a:spLocks noGrp="1"/>
          </p:cNvSpPr>
          <p:nvPr>
            <p:ph type="ftr" sz="quarter" idx="11"/>
          </p:nvPr>
        </p:nvSpPr>
        <p:spPr/>
        <p:txBody>
          <a:bodyPr/>
          <a:p>
            <a:endParaRPr lang="en-IN"/>
          </a:p>
        </p:txBody>
      </p:sp>
      <p:sp>
        <p:nvSpPr>
          <p:cNvPr id="1048583" name="Slide Number Placeholder 3"/>
          <p:cNvSpPr>
            <a:spLocks noGrp="1"/>
          </p:cNvSpPr>
          <p:nvPr>
            <p:ph type="sldNum" sz="quarter" idx="12"/>
          </p:nvPr>
        </p:nvSpPr>
        <p:spPr/>
        <p:txBody>
          <a:bodyPr/>
          <a:p>
            <a:fld id="{3B445C74-4823-4C80-8509-540F060B67EB}"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type="objTx">
  <p:cSld name="Content with Caption">
    <p:spTree>
      <p:nvGrpSpPr>
        <p:cNvPr id="35" name=""/>
        <p:cNvGrpSpPr/>
        <p:nvPr/>
      </p:nvGrpSpPr>
      <p:grpSpPr>
        <a:xfrm>
          <a:off x="0" y="0"/>
          <a:ext cx="0" cy="0"/>
          <a:chOff x="0" y="0"/>
          <a:chExt cx="0" cy="0"/>
        </a:xfrm>
      </p:grpSpPr>
      <p:sp>
        <p:nvSpPr>
          <p:cNvPr id="1048644"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1048645"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646" name="Text Placeholder 3"/>
          <p:cNvSpPr>
            <a:spLocks noGrp="1"/>
          </p:cNvSpPr>
          <p:nvPr>
            <p:ph type="body" sz="half" idx="2"/>
          </p:nvPr>
        </p:nvSpPr>
        <p:spPr>
          <a:xfrm>
            <a:off x="839788" y="2057400"/>
            <a:ext cx="3932237" cy="3811588"/>
          </a:xfrm>
        </p:spPr>
        <p:txBody>
          <a:bodyPr/>
          <a:lstStyle>
            <a:lvl1pPr indent="0" marL="0">
              <a:buNone/>
              <a:defRPr sz="1600"/>
            </a:lvl1pPr>
            <a:lvl2pPr indent="0" marL="457200">
              <a:buNone/>
              <a:defRPr sz="1400"/>
            </a:lvl2pPr>
            <a:lvl3pPr indent="0" marL="914400">
              <a:buNone/>
              <a:defRPr sz="1200"/>
            </a:lvl3pPr>
            <a:lvl4pPr indent="0" marL="1371600">
              <a:buNone/>
              <a:defRPr sz="1000"/>
            </a:lvl4pPr>
            <a:lvl5pPr indent="0" marL="1828800">
              <a:buNone/>
              <a:defRPr sz="1000"/>
            </a:lvl5pPr>
            <a:lvl6pPr indent="0" marL="2286000">
              <a:buNone/>
              <a:defRPr sz="1000"/>
            </a:lvl6pPr>
            <a:lvl7pPr indent="0" marL="2743200">
              <a:buNone/>
              <a:defRPr sz="1000"/>
            </a:lvl7pPr>
            <a:lvl8pPr indent="0" marL="3200400">
              <a:buNone/>
              <a:defRPr sz="1000"/>
            </a:lvl8pPr>
            <a:lvl9pPr indent="0" marL="3657600">
              <a:buNone/>
              <a:defRPr sz="1000"/>
            </a:lvl9pPr>
          </a:lstStyle>
          <a:p>
            <a:pPr lvl="0"/>
            <a:r>
              <a:rPr lang="en-US"/>
              <a:t>Edit Master text styles</a:t>
            </a:r>
          </a:p>
        </p:txBody>
      </p:sp>
      <p:sp>
        <p:nvSpPr>
          <p:cNvPr id="1048647" name="Date Placeholder 4"/>
          <p:cNvSpPr>
            <a:spLocks noGrp="1"/>
          </p:cNvSpPr>
          <p:nvPr>
            <p:ph type="dt" sz="half" idx="10"/>
          </p:nvPr>
        </p:nvSpPr>
        <p:spPr/>
        <p:txBody>
          <a:bodyPr/>
          <a:p>
            <a:fld id="{22D9D8A6-2226-4C44-8F4C-CB417F52E7E4}" type="datetimeFigureOut">
              <a:rPr lang="en-IN" smtClean="0"/>
              <a:t>05-09-2025</a:t>
            </a:fld>
            <a:endParaRPr lang="en-IN"/>
          </a:p>
        </p:txBody>
      </p:sp>
      <p:sp>
        <p:nvSpPr>
          <p:cNvPr id="1048648" name="Footer Placeholder 5"/>
          <p:cNvSpPr>
            <a:spLocks noGrp="1"/>
          </p:cNvSpPr>
          <p:nvPr>
            <p:ph type="ftr" sz="quarter" idx="11"/>
          </p:nvPr>
        </p:nvSpPr>
        <p:spPr/>
        <p:txBody>
          <a:bodyPr/>
          <a:p>
            <a:endParaRPr lang="en-IN"/>
          </a:p>
        </p:txBody>
      </p:sp>
      <p:sp>
        <p:nvSpPr>
          <p:cNvPr id="1048649" name="Slide Number Placeholder 6"/>
          <p:cNvSpPr>
            <a:spLocks noGrp="1"/>
          </p:cNvSpPr>
          <p:nvPr>
            <p:ph type="sldNum" sz="quarter" idx="12"/>
          </p:nvPr>
        </p:nvSpPr>
        <p:spPr/>
        <p:txBody>
          <a:bodyPr/>
          <a:p>
            <a:fld id="{3B445C74-4823-4C80-8509-540F060B67EB}"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type="picTx">
  <p:cSld name="Picture with Caption">
    <p:spTree>
      <p:nvGrpSpPr>
        <p:cNvPr id="30" name=""/>
        <p:cNvGrpSpPr/>
        <p:nvPr/>
      </p:nvGrpSpPr>
      <p:grpSpPr>
        <a:xfrm>
          <a:off x="0" y="0"/>
          <a:ext cx="0" cy="0"/>
          <a:chOff x="0" y="0"/>
          <a:chExt cx="0" cy="0"/>
        </a:xfrm>
      </p:grpSpPr>
      <p:sp>
        <p:nvSpPr>
          <p:cNvPr id="1048614"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1048615" name="Picture Placeholder 2"/>
          <p:cNvSpPr>
            <a:spLocks noGrp="1"/>
          </p:cNvSpPr>
          <p:nvPr>
            <p:ph type="pic" idx="1"/>
          </p:nvPr>
        </p:nvSpPr>
        <p:spPr>
          <a:xfrm>
            <a:off x="5183188" y="987425"/>
            <a:ext cx="6172200" cy="4873625"/>
          </a:xfrm>
        </p:spPr>
        <p:txBody>
          <a:bodyPr/>
          <a:lstStyle>
            <a:lvl1pPr indent="0" marL="0">
              <a:buNone/>
              <a:defRPr sz="3200"/>
            </a:lvl1pPr>
            <a:lvl2pPr indent="0" marL="457200">
              <a:buNone/>
              <a:defRPr sz="2800"/>
            </a:lvl2pPr>
            <a:lvl3pPr indent="0" marL="914400">
              <a:buNone/>
              <a:defRPr sz="2400"/>
            </a:lvl3pPr>
            <a:lvl4pPr indent="0" marL="1371600">
              <a:buNone/>
              <a:defRPr sz="2000"/>
            </a:lvl4pPr>
            <a:lvl5pPr indent="0" marL="1828800">
              <a:buNone/>
              <a:defRPr sz="2000"/>
            </a:lvl5pPr>
            <a:lvl6pPr indent="0" marL="2286000">
              <a:buNone/>
              <a:defRPr sz="2000"/>
            </a:lvl6pPr>
            <a:lvl7pPr indent="0" marL="2743200">
              <a:buNone/>
              <a:defRPr sz="2000"/>
            </a:lvl7pPr>
            <a:lvl8pPr indent="0" marL="3200400">
              <a:buNone/>
              <a:defRPr sz="2000"/>
            </a:lvl8pPr>
            <a:lvl9pPr indent="0" marL="3657600">
              <a:buNone/>
              <a:defRPr sz="2000"/>
            </a:lvl9pPr>
          </a:lstStyle>
          <a:p>
            <a:endParaRPr lang="en-IN"/>
          </a:p>
        </p:txBody>
      </p:sp>
      <p:sp>
        <p:nvSpPr>
          <p:cNvPr id="1048616" name="Text Placeholder 3"/>
          <p:cNvSpPr>
            <a:spLocks noGrp="1"/>
          </p:cNvSpPr>
          <p:nvPr>
            <p:ph type="body" sz="half" idx="2"/>
          </p:nvPr>
        </p:nvSpPr>
        <p:spPr>
          <a:xfrm>
            <a:off x="839788" y="2057400"/>
            <a:ext cx="3932237" cy="3811588"/>
          </a:xfrm>
        </p:spPr>
        <p:txBody>
          <a:bodyPr/>
          <a:lstStyle>
            <a:lvl1pPr indent="0" marL="0">
              <a:buNone/>
              <a:defRPr sz="1600"/>
            </a:lvl1pPr>
            <a:lvl2pPr indent="0" marL="457200">
              <a:buNone/>
              <a:defRPr sz="1400"/>
            </a:lvl2pPr>
            <a:lvl3pPr indent="0" marL="914400">
              <a:buNone/>
              <a:defRPr sz="1200"/>
            </a:lvl3pPr>
            <a:lvl4pPr indent="0" marL="1371600">
              <a:buNone/>
              <a:defRPr sz="1000"/>
            </a:lvl4pPr>
            <a:lvl5pPr indent="0" marL="1828800">
              <a:buNone/>
              <a:defRPr sz="1000"/>
            </a:lvl5pPr>
            <a:lvl6pPr indent="0" marL="2286000">
              <a:buNone/>
              <a:defRPr sz="1000"/>
            </a:lvl6pPr>
            <a:lvl7pPr indent="0" marL="2743200">
              <a:buNone/>
              <a:defRPr sz="1000"/>
            </a:lvl7pPr>
            <a:lvl8pPr indent="0" marL="3200400">
              <a:buNone/>
              <a:defRPr sz="1000"/>
            </a:lvl8pPr>
            <a:lvl9pPr indent="0" marL="3657600">
              <a:buNone/>
              <a:defRPr sz="1000"/>
            </a:lvl9pPr>
          </a:lstStyle>
          <a:p>
            <a:pPr lvl="0"/>
            <a:r>
              <a:rPr lang="en-US"/>
              <a:t>Edit Master text styles</a:t>
            </a:r>
          </a:p>
        </p:txBody>
      </p:sp>
      <p:sp>
        <p:nvSpPr>
          <p:cNvPr id="1048617" name="Date Placeholder 4"/>
          <p:cNvSpPr>
            <a:spLocks noGrp="1"/>
          </p:cNvSpPr>
          <p:nvPr>
            <p:ph type="dt" sz="half" idx="10"/>
          </p:nvPr>
        </p:nvSpPr>
        <p:spPr/>
        <p:txBody>
          <a:bodyPr/>
          <a:p>
            <a:fld id="{22D9D8A6-2226-4C44-8F4C-CB417F52E7E4}" type="datetimeFigureOut">
              <a:rPr lang="en-IN" smtClean="0"/>
              <a:t>05-09-2025</a:t>
            </a:fld>
            <a:endParaRPr lang="en-IN"/>
          </a:p>
        </p:txBody>
      </p:sp>
      <p:sp>
        <p:nvSpPr>
          <p:cNvPr id="1048618" name="Footer Placeholder 5"/>
          <p:cNvSpPr>
            <a:spLocks noGrp="1"/>
          </p:cNvSpPr>
          <p:nvPr>
            <p:ph type="ftr" sz="quarter" idx="11"/>
          </p:nvPr>
        </p:nvSpPr>
        <p:spPr/>
        <p:txBody>
          <a:bodyPr/>
          <a:p>
            <a:endParaRPr lang="en-IN"/>
          </a:p>
        </p:txBody>
      </p:sp>
      <p:sp>
        <p:nvSpPr>
          <p:cNvPr id="1048619" name="Slide Number Placeholder 6"/>
          <p:cNvSpPr>
            <a:spLocks noGrp="1"/>
          </p:cNvSpPr>
          <p:nvPr>
            <p:ph type="sldNum" sz="quarter" idx="12"/>
          </p:nvPr>
        </p:nvSpPr>
        <p:spPr/>
        <p:txBody>
          <a:bodyPr/>
          <a:p>
            <a:fld id="{3B445C74-4823-4C80-8509-540F060B67EB}"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type="vertTx">
  <p:cSld name="Title and Vertical Text">
    <p:spTree>
      <p:nvGrpSpPr>
        <p:cNvPr id="31" name=""/>
        <p:cNvGrpSpPr/>
        <p:nvPr/>
      </p:nvGrpSpPr>
      <p:grpSpPr>
        <a:xfrm>
          <a:off x="0" y="0"/>
          <a:ext cx="0" cy="0"/>
          <a:chOff x="0" y="0"/>
          <a:chExt cx="0" cy="0"/>
        </a:xfrm>
      </p:grpSpPr>
      <p:sp>
        <p:nvSpPr>
          <p:cNvPr id="1048620" name="Title 1"/>
          <p:cNvSpPr>
            <a:spLocks noGrp="1"/>
          </p:cNvSpPr>
          <p:nvPr>
            <p:ph type="title"/>
          </p:nvPr>
        </p:nvSpPr>
        <p:spPr/>
        <p:txBody>
          <a:bodyPr/>
          <a:p>
            <a:r>
              <a:rPr lang="en-US"/>
              <a:t>Click to edit Master title style</a:t>
            </a:r>
            <a:endParaRPr lang="en-IN"/>
          </a:p>
        </p:txBody>
      </p:sp>
      <p:sp>
        <p:nvSpPr>
          <p:cNvPr id="1048621" name="Vertical Text Placeholder 2"/>
          <p:cNvSpPr>
            <a:spLocks noGrp="1"/>
          </p:cNvSpPr>
          <p:nvPr>
            <p:ph type="body" orient="vert" idx="1"/>
          </p:nvPr>
        </p:nvSpPr>
        <p:spPr/>
        <p:txBody>
          <a:bodyPr vert="eaVert"/>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622" name="Date Placeholder 3"/>
          <p:cNvSpPr>
            <a:spLocks noGrp="1"/>
          </p:cNvSpPr>
          <p:nvPr>
            <p:ph type="dt" sz="half" idx="10"/>
          </p:nvPr>
        </p:nvSpPr>
        <p:spPr/>
        <p:txBody>
          <a:bodyPr/>
          <a:p>
            <a:fld id="{22D9D8A6-2226-4C44-8F4C-CB417F52E7E4}" type="datetimeFigureOut">
              <a:rPr lang="en-IN" smtClean="0"/>
              <a:t>05-09-2025</a:t>
            </a:fld>
            <a:endParaRPr lang="en-IN"/>
          </a:p>
        </p:txBody>
      </p:sp>
      <p:sp>
        <p:nvSpPr>
          <p:cNvPr id="1048623" name="Footer Placeholder 4"/>
          <p:cNvSpPr>
            <a:spLocks noGrp="1"/>
          </p:cNvSpPr>
          <p:nvPr>
            <p:ph type="ftr" sz="quarter" idx="11"/>
          </p:nvPr>
        </p:nvSpPr>
        <p:spPr/>
        <p:txBody>
          <a:bodyPr/>
          <a:p>
            <a:endParaRPr lang="en-IN"/>
          </a:p>
        </p:txBody>
      </p:sp>
      <p:sp>
        <p:nvSpPr>
          <p:cNvPr id="1048624" name="Slide Number Placeholder 5"/>
          <p:cNvSpPr>
            <a:spLocks noGrp="1"/>
          </p:cNvSpPr>
          <p:nvPr>
            <p:ph type="sldNum" sz="quarter" idx="12"/>
          </p:nvPr>
        </p:nvSpPr>
        <p:spPr/>
        <p:txBody>
          <a:bodyPr/>
          <a:p>
            <a:fld id="{3B445C74-4823-4C80-8509-540F060B67EB}"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type="vertTitleAndTx">
  <p:cSld name="Vertical Title and Text">
    <p:spTree>
      <p:nvGrpSpPr>
        <p:cNvPr id="29" name=""/>
        <p:cNvGrpSpPr/>
        <p:nvPr/>
      </p:nvGrpSpPr>
      <p:grpSpPr>
        <a:xfrm>
          <a:off x="0" y="0"/>
          <a:ext cx="0" cy="0"/>
          <a:chOff x="0" y="0"/>
          <a:chExt cx="0" cy="0"/>
        </a:xfrm>
      </p:grpSpPr>
      <p:sp>
        <p:nvSpPr>
          <p:cNvPr id="1048609" name="Vertical Title 1"/>
          <p:cNvSpPr>
            <a:spLocks noGrp="1"/>
          </p:cNvSpPr>
          <p:nvPr>
            <p:ph type="title" orient="vert"/>
          </p:nvPr>
        </p:nvSpPr>
        <p:spPr>
          <a:xfrm>
            <a:off x="8724900" y="365125"/>
            <a:ext cx="2628900" cy="5811838"/>
          </a:xfrm>
        </p:spPr>
        <p:txBody>
          <a:bodyPr vert="eaVert"/>
          <a:p>
            <a:r>
              <a:rPr lang="en-US"/>
              <a:t>Click to edit Master title style</a:t>
            </a:r>
            <a:endParaRPr lang="en-IN"/>
          </a:p>
        </p:txBody>
      </p:sp>
      <p:sp>
        <p:nvSpPr>
          <p:cNvPr id="1048610" name="Vertical Text Placeholder 2"/>
          <p:cNvSpPr>
            <a:spLocks noGrp="1"/>
          </p:cNvSpPr>
          <p:nvPr>
            <p:ph type="body" orient="vert" idx="1"/>
          </p:nvPr>
        </p:nvSpPr>
        <p:spPr>
          <a:xfrm>
            <a:off x="838200" y="365125"/>
            <a:ext cx="7734300" cy="5811838"/>
          </a:xfrm>
        </p:spPr>
        <p:txBody>
          <a:bodyPr vert="eaVert"/>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611" name="Date Placeholder 3"/>
          <p:cNvSpPr>
            <a:spLocks noGrp="1"/>
          </p:cNvSpPr>
          <p:nvPr>
            <p:ph type="dt" sz="half" idx="10"/>
          </p:nvPr>
        </p:nvSpPr>
        <p:spPr/>
        <p:txBody>
          <a:bodyPr/>
          <a:p>
            <a:fld id="{22D9D8A6-2226-4C44-8F4C-CB417F52E7E4}" type="datetimeFigureOut">
              <a:rPr lang="en-IN" smtClean="0"/>
              <a:t>05-09-2025</a:t>
            </a:fld>
            <a:endParaRPr lang="en-IN"/>
          </a:p>
        </p:txBody>
      </p:sp>
      <p:sp>
        <p:nvSpPr>
          <p:cNvPr id="1048612" name="Footer Placeholder 4"/>
          <p:cNvSpPr>
            <a:spLocks noGrp="1"/>
          </p:cNvSpPr>
          <p:nvPr>
            <p:ph type="ftr" sz="quarter" idx="11"/>
          </p:nvPr>
        </p:nvSpPr>
        <p:spPr/>
        <p:txBody>
          <a:bodyPr/>
          <a:p>
            <a:endParaRPr lang="en-IN"/>
          </a:p>
        </p:txBody>
      </p:sp>
      <p:sp>
        <p:nvSpPr>
          <p:cNvPr id="1048613" name="Slide Number Placeholder 5"/>
          <p:cNvSpPr>
            <a:spLocks noGrp="1"/>
          </p:cNvSpPr>
          <p:nvPr>
            <p:ph type="sldNum" sz="quarter" idx="12"/>
          </p:nvPr>
        </p:nvSpPr>
        <p:spPr/>
        <p:txBody>
          <a:bodyPr/>
          <a:p>
            <a:fld id="{3B445C74-4823-4C80-8509-540F060B67EB}"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7" name=""/>
        <p:cNvGrpSpPr/>
        <p:nvPr/>
      </p:nvGrpSpPr>
      <p:grpSpPr>
        <a:xfrm>
          <a:off x="0" y="0"/>
          <a:ext cx="0" cy="0"/>
          <a:chOff x="0" y="0"/>
          <a:chExt cx="0" cy="0"/>
        </a:xfrm>
      </p:grpSpPr>
      <p:sp>
        <p:nvSpPr>
          <p:cNvPr id="1048576" name="Title Placeholder 1"/>
          <p:cNvSpPr>
            <a:spLocks noGrp="1"/>
          </p:cNvSpPr>
          <p:nvPr>
            <p:ph type="title"/>
          </p:nvPr>
        </p:nvSpPr>
        <p:spPr>
          <a:xfrm>
            <a:off x="838200" y="365125"/>
            <a:ext cx="10515600" cy="1325563"/>
          </a:xfrm>
          <a:prstGeom prst="rect"/>
        </p:spPr>
        <p:txBody>
          <a:bodyPr anchor="ctr" bIns="45720" lIns="91440" rIns="91440" rtlCol="0" tIns="45720" vert="horz">
            <a:normAutofit/>
          </a:bodyPr>
          <a:p>
            <a:r>
              <a:rPr lang="en-US"/>
              <a:t>Click to edit Master title style</a:t>
            </a:r>
            <a:endParaRPr lang="en-IN"/>
          </a:p>
        </p:txBody>
      </p:sp>
      <p:sp>
        <p:nvSpPr>
          <p:cNvPr id="1048577" name="Text Placeholder 2"/>
          <p:cNvSpPr>
            <a:spLocks noGrp="1"/>
          </p:cNvSpPr>
          <p:nvPr>
            <p:ph type="body" idx="1"/>
          </p:nvPr>
        </p:nvSpPr>
        <p:spPr>
          <a:xfrm>
            <a:off x="838200" y="1825625"/>
            <a:ext cx="10515600" cy="4351338"/>
          </a:xfrm>
          <a:prstGeom prst="rect"/>
        </p:spPr>
        <p:txBody>
          <a:bodyPr bIns="45720" lIns="91440" rIns="91440" rtlCol="0" tIns="45720" vert="horz">
            <a:normAutofit/>
          </a:bodyPr>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578" name="Date Placeholder 3"/>
          <p:cNvSpPr>
            <a:spLocks noGrp="1"/>
          </p:cNvSpPr>
          <p:nvPr>
            <p:ph type="dt" sz="half" idx="2"/>
          </p:nvPr>
        </p:nvSpPr>
        <p:spPr>
          <a:xfrm>
            <a:off x="838200" y="6356350"/>
            <a:ext cx="2743200" cy="365125"/>
          </a:xfrm>
          <a:prstGeom prst="rect"/>
        </p:spPr>
        <p:txBody>
          <a:bodyPr anchor="ctr" bIns="45720" lIns="91440" rIns="91440" rtlCol="0" tIns="45720" vert="horz"/>
          <a:lstStyle>
            <a:lvl1pPr algn="l">
              <a:defRPr sz="1200">
                <a:solidFill>
                  <a:schemeClr val="tx1">
                    <a:tint val="75000"/>
                  </a:schemeClr>
                </a:solidFill>
              </a:defRPr>
            </a:lvl1pPr>
          </a:lstStyle>
          <a:p>
            <a:fld id="{22D9D8A6-2226-4C44-8F4C-CB417F52E7E4}" type="datetimeFigureOut">
              <a:rPr lang="en-IN" smtClean="0"/>
              <a:t>05-09-2025</a:t>
            </a:fld>
            <a:endParaRPr lang="en-IN"/>
          </a:p>
        </p:txBody>
      </p:sp>
      <p:sp>
        <p:nvSpPr>
          <p:cNvPr id="1048579" name="Footer Placeholder 4"/>
          <p:cNvSpPr>
            <a:spLocks noGrp="1"/>
          </p:cNvSpPr>
          <p:nvPr>
            <p:ph type="ftr" sz="quarter" idx="3"/>
          </p:nvPr>
        </p:nvSpPr>
        <p:spPr>
          <a:xfrm>
            <a:off x="4038600" y="6356350"/>
            <a:ext cx="4114800" cy="365125"/>
          </a:xfrm>
          <a:prstGeom prst="rect"/>
        </p:spPr>
        <p:txBody>
          <a:bodyPr anchor="ctr" bIns="45720" lIns="91440" rIns="91440" rtlCol="0" tIns="45720" vert="horz"/>
          <a:lstStyle>
            <a:lvl1pPr algn="ctr">
              <a:defRPr sz="1200">
                <a:solidFill>
                  <a:schemeClr val="tx1">
                    <a:tint val="75000"/>
                  </a:schemeClr>
                </a:solidFill>
              </a:defRPr>
            </a:lvl1pPr>
          </a:lstStyle>
          <a:p>
            <a:endParaRPr lang="en-IN"/>
          </a:p>
        </p:txBody>
      </p:sp>
      <p:sp>
        <p:nvSpPr>
          <p:cNvPr id="1048580" name="Slide Number Placeholder 5"/>
          <p:cNvSpPr>
            <a:spLocks noGrp="1"/>
          </p:cNvSpPr>
          <p:nvPr>
            <p:ph type="sldNum" sz="quarter" idx="4"/>
          </p:nvPr>
        </p:nvSpPr>
        <p:spPr>
          <a:xfrm>
            <a:off x="8610600" y="6356350"/>
            <a:ext cx="2743200" cy="365125"/>
          </a:xfrm>
          <a:prstGeom prst="rect"/>
        </p:spPr>
        <p:txBody>
          <a:bodyPr anchor="ctr" bIns="45720" lIns="91440" rIns="91440" rtlCol="0" tIns="45720" vert="horz"/>
          <a:lstStyle>
            <a:lvl1pPr algn="r">
              <a:defRPr sz="1200">
                <a:solidFill>
                  <a:schemeClr val="tx1">
                    <a:tint val="75000"/>
                  </a:schemeClr>
                </a:solidFill>
              </a:defRPr>
            </a:lvl1pPr>
          </a:lstStyle>
          <a:p>
            <a:fld id="{3B445C74-4823-4C80-8509-540F060B67EB}" type="slidenum">
              <a:rPr lang="en-IN" smtClean="0"/>
              <a:t>‹#›</a:t>
            </a:fld>
            <a:endParaRPr lang="en-IN"/>
          </a:p>
        </p:txBody>
      </p:sp>
    </p:spTree>
  </p:cSld>
  <p:clrMap accent1="accent1" accent2="accent2" accent3="accent3" accent4="accent4" accent5="accent5" accent6="accent6" bg1="lt1" bg2="lt2" tx1="dk1" tx2="dk2"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eaLnBrk="1" hangingPunct="1" latinLnBrk="0" rtl="0">
        <a:lnSpc>
          <a:spcPct val="90000"/>
        </a:lnSpc>
        <a:spcBef>
          <a:spcPct val="0"/>
        </a:spcBef>
        <a:buNone/>
        <a:defRPr sz="4400" kern="1200">
          <a:solidFill>
            <a:schemeClr val="tx1"/>
          </a:solidFill>
          <a:latin typeface="+mj-lt"/>
          <a:ea typeface="+mj-ea"/>
          <a:cs typeface="+mj-cs"/>
        </a:defRPr>
      </a:lvl1pPr>
    </p:titleStyle>
    <p:bodyStyle>
      <a:lvl1pPr algn="l" defTabSz="914400" eaLnBrk="1" hangingPunct="1" indent="-228600" latinLnBrk="0" marL="228600" rtl="0">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algn="l" defTabSz="914400" eaLnBrk="1" hangingPunct="1" indent="-228600" latinLnBrk="0" marL="685800" rtl="0">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algn="l" defTabSz="914400" eaLnBrk="1" hangingPunct="1" indent="-228600" latinLnBrk="0" marL="1143000" rtl="0">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algn="l" defTabSz="914400" eaLnBrk="1" hangingPunct="1" indent="-228600" latinLnBrk="0" marL="16002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algn="l" defTabSz="914400" eaLnBrk="1" hangingPunct="1" indent="-228600" latinLnBrk="0" marL="20574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algn="l" defTabSz="914400" eaLnBrk="1" hangingPunct="1" indent="-228600" latinLnBrk="0" marL="25146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algn="l" defTabSz="914400" eaLnBrk="1" hangingPunct="1" indent="-228600" latinLnBrk="0" marL="29718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algn="l" defTabSz="914400" eaLnBrk="1" hangingPunct="1" indent="-228600" latinLnBrk="0" marL="34290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algn="l" defTabSz="914400" eaLnBrk="1" hangingPunct="1" indent="-228600" latinLnBrk="0" marL="38862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hyperlink" Target="https://www.sciencedirect.com/science/article/pii/S2405844024014026" TargetMode="External"/><Relationship Id="rId2" Type="http://schemas.openxmlformats.org/officeDocument/2006/relationships/hyperlink" Target="https://www.mecs-press.org/ijigsp/ijigsp-v15-n1/v15n1-5.html" TargetMode="External"/><Relationship Id="rId3" Type="http://schemas.openxmlformats.org/officeDocument/2006/relationships/hyperlink" Target="https://koreascience.kr/article/JAKO202127452922437.page" TargetMode="External"/><Relationship Id="rId4"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20" name=""/>
        <p:cNvGrpSpPr/>
        <p:nvPr/>
      </p:nvGrpSpPr>
      <p:grpSpPr>
        <a:xfrm>
          <a:off x="0" y="0"/>
          <a:ext cx="0" cy="0"/>
          <a:chOff x="0" y="0"/>
          <a:chExt cx="0" cy="0"/>
        </a:xfrm>
      </p:grpSpPr>
      <p:pic>
        <p:nvPicPr>
          <p:cNvPr id="2097152" name="Picture 1"/>
          <p:cNvPicPr>
            <a:picLocks noChangeAspect="1"/>
          </p:cNvPicPr>
          <p:nvPr/>
        </p:nvPicPr>
        <p:blipFill>
          <a:blip xmlns:r="http://schemas.openxmlformats.org/officeDocument/2006/relationships" r:embed="rId1" cstate="print"/>
          <a:stretch>
            <a:fillRect/>
          </a:stretch>
        </p:blipFill>
        <p:spPr>
          <a:xfrm>
            <a:off x="754380" y="0"/>
            <a:ext cx="10287000" cy="1304144"/>
          </a:xfrm>
          <a:prstGeom prst="rect"/>
          <a:noFill/>
        </p:spPr>
      </p:pic>
      <p:sp>
        <p:nvSpPr>
          <p:cNvPr id="1048584" name="TextBox 2"/>
          <p:cNvSpPr txBox="1"/>
          <p:nvPr/>
        </p:nvSpPr>
        <p:spPr>
          <a:xfrm>
            <a:off x="444500" y="1571718"/>
            <a:ext cx="11214100" cy="1907541"/>
          </a:xfrm>
          <a:prstGeom prst="rect"/>
          <a:noFill/>
        </p:spPr>
        <p:txBody>
          <a:bodyPr rtlCol="0" wrap="square">
            <a:spAutoFit/>
          </a:bodyPr>
          <a:p>
            <a:pPr algn="ctr"/>
            <a:r>
              <a:rPr b="1" dirty="0" sz="4000" lang="en-US">
                <a:latin typeface="Times New Roman" panose="02020603050405020304" pitchFamily="18" charset="0"/>
                <a:cs typeface="Times New Roman" panose="02020603050405020304" pitchFamily="18" charset="0"/>
                <a:sym typeface="+mn-ea"/>
              </a:rPr>
              <a:t>    </a:t>
            </a:r>
            <a:r>
              <a:rPr b="1" dirty="0" sz="2400" lang="en-US"/>
              <a:t>Automatic Garbage Classification in Images for Health and Recycling Using Deep Learning</a:t>
            </a:r>
            <a:endParaRPr altLang="en-US" b="1" dirty="0" sz="2400" lang="en-IN">
              <a:latin typeface="Times New Roman" panose="02020603050405020304" pitchFamily="18" charset="0"/>
              <a:cs typeface="Times New Roman" panose="02020603050405020304" pitchFamily="18" charset="0"/>
            </a:endParaRPr>
          </a:p>
          <a:p>
            <a:r>
              <a:rPr b="1" dirty="0" sz="4000" lang="en-US">
                <a:latin typeface="Times New Roman" panose="02020603050405020304"/>
              </a:rPr>
              <a:t> </a:t>
            </a:r>
          </a:p>
          <a:p>
            <a:endParaRPr dirty="0" lang="en-US"/>
          </a:p>
        </p:txBody>
      </p:sp>
      <p:graphicFrame>
        <p:nvGraphicFramePr>
          <p:cNvPr id="4194304" name="Table 3"/>
          <p:cNvGraphicFramePr>
            <a:graphicFrameLocks noGrp="1"/>
          </p:cNvGraphicFramePr>
          <p:nvPr/>
        </p:nvGraphicFramePr>
        <p:xfrm>
          <a:off x="6263669" y="4234722"/>
          <a:ext cx="5418666" cy="1799100"/>
        </p:xfrm>
        <a:graphic>
          <a:graphicData uri="http://schemas.openxmlformats.org/drawingml/2006/table">
            <a:tbl>
              <a:tblPr firstRow="1" bandRow="1">
                <a:tableStyleId>{2D5ABB26-0587-4C30-8999-92F81FD0307C}</a:tableStyleId>
              </a:tblPr>
              <a:tblGrid>
                <a:gridCol w="2709333"/>
                <a:gridCol w="2709333"/>
              </a:tblGrid>
              <a:tr h="359820">
                <a:tc>
                  <a:txBody>
                    <a:bodyPr/>
                    <a:p>
                      <a:r>
                        <a:rPr b="1" dirty="0" sz="1400" lang="en-US" u="sng">
                          <a:latin typeface="Times New Roman" pitchFamily="18" charset="0"/>
                          <a:cs typeface="Times New Roman" pitchFamily="18" charset="0"/>
                        </a:rPr>
                        <a:t>  NAME</a:t>
                      </a:r>
                      <a:endParaRPr b="1" dirty="0" sz="1400" lang="en-US" u="sng">
                        <a:solidFill>
                          <a:schemeClr val="tx1"/>
                        </a:solidFill>
                        <a:latin typeface="Times New Roman" pitchFamily="18" charset="0"/>
                        <a:cs typeface="Times New Roman" pitchFamily="18" charset="0"/>
                      </a:endParaRPr>
                    </a:p>
                  </a:txBody>
                </a:tc>
                <a:tc>
                  <a:txBody>
                    <a:bodyPr/>
                    <a:p>
                      <a:r>
                        <a:rPr b="1" dirty="0" sz="1400" lang="en-US" u="sng">
                          <a:latin typeface="Times New Roman" pitchFamily="18" charset="0"/>
                          <a:cs typeface="Times New Roman" pitchFamily="18" charset="0"/>
                        </a:rPr>
                        <a:t>REG. NUMBER</a:t>
                      </a:r>
                      <a:endParaRPr b="1" dirty="0" sz="1400" lang="en-US" u="sng">
                        <a:solidFill>
                          <a:schemeClr val="tx1"/>
                        </a:solidFill>
                        <a:latin typeface="Times New Roman" pitchFamily="18" charset="0"/>
                        <a:cs typeface="Times New Roman" pitchFamily="18" charset="0"/>
                      </a:endParaRPr>
                    </a:p>
                  </a:txBody>
                </a:tc>
              </a:tr>
              <a:tr h="359820">
                <a:tc>
                  <a:txBody>
                    <a:bodyPr/>
                    <a:p>
                      <a:r>
                        <a:rPr b="1" dirty="0" sz="1400" lang="en-IN">
                          <a:latin typeface="Times New Roman" panose="02020603050405020304" pitchFamily="18" charset="0"/>
                          <a:cs typeface="Times New Roman" panose="02020603050405020304" pitchFamily="18" charset="0"/>
                        </a:rPr>
                        <a:t>Vadisala Lohith</a:t>
                      </a:r>
                      <a:endParaRPr b="1" dirty="0" sz="1400" lang="en-US">
                        <a:latin typeface="Times New Roman" pitchFamily="18" charset="0"/>
                        <a:cs typeface="Times New Roman" pitchFamily="18" charset="0"/>
                      </a:endParaRPr>
                    </a:p>
                  </a:txBody>
                </a:tc>
                <a:tc>
                  <a:txBody>
                    <a:bodyPr/>
                    <a:p>
                      <a:r>
                        <a:rPr b="1" dirty="0" sz="1400" lang="en-US">
                          <a:latin typeface="Times New Roman" pitchFamily="18" charset="0"/>
                          <a:cs typeface="Times New Roman" pitchFamily="18" charset="0"/>
                        </a:rPr>
                        <a:t>22L31A05M6</a:t>
                      </a:r>
                    </a:p>
                  </a:txBody>
                </a:tc>
              </a:tr>
              <a:tr h="359820">
                <a:tc>
                  <a:txBody>
                    <a:bodyPr/>
                    <a:p>
                      <a:r>
                        <a:rPr b="1" dirty="0" sz="1400" lang="en-IN">
                          <a:latin typeface="Times New Roman" panose="02020603050405020304" pitchFamily="18" charset="0"/>
                          <a:cs typeface="Times New Roman" panose="02020603050405020304" pitchFamily="18" charset="0"/>
                        </a:rPr>
                        <a:t>Yarramsetti Satya Sai Venkat</a:t>
                      </a:r>
                      <a:endParaRPr b="1" dirty="0" sz="1400" lang="en-US">
                        <a:latin typeface="Times New Roman" pitchFamily="18" charset="0"/>
                        <a:cs typeface="Times New Roman" pitchFamily="18" charset="0"/>
                      </a:endParaRPr>
                    </a:p>
                  </a:txBody>
                </a:tc>
                <a:tc>
                  <a:txBody>
                    <a:bodyPr/>
                    <a:p>
                      <a:r>
                        <a:rPr b="1" dirty="0" sz="1400" lang="en-US">
                          <a:latin typeface="Times New Roman" pitchFamily="18" charset="0"/>
                          <a:cs typeface="Times New Roman" pitchFamily="18" charset="0"/>
                        </a:rPr>
                        <a:t>22L31A05O2</a:t>
                      </a:r>
                    </a:p>
                  </a:txBody>
                </a:tc>
              </a:tr>
              <a:tr h="359820">
                <a:tc>
                  <a:txBody>
                    <a:bodyPr/>
                    <a:p>
                      <a:r>
                        <a:rPr b="1" dirty="0" sz="1400" lang="en-IN">
                          <a:latin typeface="Times New Roman" panose="02020603050405020304" pitchFamily="18" charset="0"/>
                          <a:cs typeface="Times New Roman" panose="02020603050405020304" pitchFamily="18" charset="0"/>
                        </a:rPr>
                        <a:t>Tippana Chetan</a:t>
                      </a:r>
                      <a:endParaRPr b="1" dirty="0" sz="1400" lang="en-US">
                        <a:latin typeface="Times New Roman" pitchFamily="18" charset="0"/>
                        <a:cs typeface="Times New Roman" pitchFamily="18" charset="0"/>
                      </a:endParaRPr>
                    </a:p>
                  </a:txBody>
                </a:tc>
                <a:tc>
                  <a:txBody>
                    <a:bodyPr/>
                    <a:p>
                      <a:r>
                        <a:rPr b="1" dirty="0" sz="1400" lang="en-US">
                          <a:latin typeface="Times New Roman" pitchFamily="18" charset="0"/>
                          <a:cs typeface="Times New Roman" pitchFamily="18" charset="0"/>
                        </a:rPr>
                        <a:t>22L31A05M4</a:t>
                      </a:r>
                    </a:p>
                  </a:txBody>
                </a:tc>
              </a:tr>
              <a:tr h="359820">
                <a:tc>
                  <a:txBody>
                    <a:bodyPr/>
                    <a:p>
                      <a:r>
                        <a:rPr b="1" dirty="0" sz="1400" lang="en-IN">
                          <a:latin typeface="Times New Roman" panose="02020603050405020304" pitchFamily="18" charset="0"/>
                          <a:cs typeface="Times New Roman" panose="02020603050405020304" pitchFamily="18" charset="0"/>
                        </a:rPr>
                        <a:t>Katta Nikhil</a:t>
                      </a:r>
                      <a:endParaRPr b="1" dirty="0" sz="1400" lang="en-US">
                        <a:latin typeface="Times New Roman" pitchFamily="18" charset="0"/>
                        <a:cs typeface="Times New Roman" pitchFamily="18" charset="0"/>
                      </a:endParaRPr>
                    </a:p>
                  </a:txBody>
                </a:tc>
                <a:tc>
                  <a:txBody>
                    <a:bodyPr/>
                    <a:p>
                      <a:r>
                        <a:rPr b="1" dirty="0" sz="1400" lang="en-US">
                          <a:latin typeface="Times New Roman" pitchFamily="18" charset="0"/>
                          <a:cs typeface="Times New Roman" pitchFamily="18" charset="0"/>
                        </a:rPr>
                        <a:t>22L31A05O7</a:t>
                      </a:r>
                    </a:p>
                  </a:txBody>
                </a:tc>
              </a:tr>
            </a:tbl>
          </a:graphicData>
        </a:graphic>
      </p:graphicFrame>
      <p:sp>
        <p:nvSpPr>
          <p:cNvPr id="1048585" name="TextBox 4"/>
          <p:cNvSpPr txBox="1"/>
          <p:nvPr/>
        </p:nvSpPr>
        <p:spPr>
          <a:xfrm>
            <a:off x="339048" y="4153671"/>
            <a:ext cx="3903168" cy="1818641"/>
          </a:xfrm>
          <a:prstGeom prst="rect"/>
          <a:noFill/>
        </p:spPr>
        <p:txBody>
          <a:bodyPr rtlCol="0" wrap="square">
            <a:spAutoFit/>
          </a:bodyPr>
          <a:p>
            <a:pPr algn="ctr"/>
            <a:r>
              <a:rPr b="1" dirty="0" sz="1400" i="1" lang="en-IN">
                <a:latin typeface="Times New Roman" panose="02020603050405020304"/>
              </a:rPr>
              <a:t> </a:t>
            </a:r>
          </a:p>
          <a:p>
            <a:r>
              <a:rPr b="1" dirty="0" sz="1400" i="1" lang="en-IN" u="sng">
                <a:latin typeface="Times New Roman" panose="02020603050405020304"/>
              </a:rPr>
              <a:t>Under the</a:t>
            </a:r>
            <a:r>
              <a:rPr b="1" dirty="0" sz="1400" i="1" lang="en-US" u="sng">
                <a:latin typeface="Times New Roman" panose="02020603050405020304"/>
              </a:rPr>
              <a:t> esteemed guidance of</a:t>
            </a:r>
          </a:p>
          <a:p>
            <a:r>
              <a:rPr b="1" dirty="0" sz="2000" lang="en-US">
                <a:latin typeface="Times New Roman" panose="02020603050405020304"/>
              </a:rPr>
              <a:t> </a:t>
            </a:r>
          </a:p>
          <a:p>
            <a:r>
              <a:rPr b="1" dirty="0" sz="2000" lang="en-IN">
                <a:latin typeface="Times New Roman" panose="02020603050405020304" pitchFamily="18" charset="0"/>
                <a:cs typeface="Times New Roman" panose="02020603050405020304" pitchFamily="18" charset="0"/>
              </a:rPr>
              <a:t>V. Sravani Rajya Lakshmi</a:t>
            </a:r>
            <a:r>
              <a:rPr b="1" dirty="0" sz="2000" lang="en-US">
                <a:latin typeface="Times New Roman" panose="02020603050405020304" pitchFamily="18" charset="0"/>
                <a:cs typeface="Times New Roman" panose="02020603050405020304" pitchFamily="18" charset="0"/>
                <a:sym typeface="+mn-ea"/>
              </a:rPr>
              <a:t> </a:t>
            </a:r>
          </a:p>
          <a:p>
            <a:r>
              <a:rPr b="1" dirty="0" sz="1400" lang="en-US">
                <a:latin typeface="Times New Roman" panose="02020603050405020304" pitchFamily="18" charset="0"/>
                <a:cs typeface="Times New Roman" panose="02020603050405020304" pitchFamily="18" charset="0"/>
                <a:sym typeface="+mn-ea"/>
              </a:rPr>
              <a:t>Assistant. Professor</a:t>
            </a:r>
          </a:p>
          <a:p>
            <a:r>
              <a:rPr b="1" dirty="0" sz="1400" lang="en-US">
                <a:latin typeface="Times New Roman" panose="02020603050405020304" pitchFamily="18" charset="0"/>
                <a:cs typeface="Times New Roman" panose="02020603050405020304" pitchFamily="18" charset="0"/>
                <a:sym typeface="+mn-ea"/>
              </a:rPr>
              <a:t>Department of CSE.</a:t>
            </a:r>
            <a:endParaRPr b="1" dirty="0" sz="1400" lang="en-US">
              <a:latin typeface="Times New Roman" panose="02020603050405020304" pitchFamily="18" charset="0"/>
              <a:cs typeface="Times New Roman" panose="02020603050405020304" pitchFamily="18" charset="0"/>
            </a:endParaRPr>
          </a:p>
          <a:p>
            <a:endParaRPr dirty="0" sz="2000" lang="en-IN">
              <a:latin typeface="Times New Roman" panose="020206030504050203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22" name=""/>
        <p:cNvGrpSpPr/>
        <p:nvPr/>
      </p:nvGrpSpPr>
      <p:grpSpPr>
        <a:xfrm>
          <a:off x="0" y="0"/>
          <a:ext cx="0" cy="0"/>
          <a:chOff x="0" y="0"/>
          <a:chExt cx="0" cy="0"/>
        </a:xfrm>
      </p:grpSpPr>
      <p:sp>
        <p:nvSpPr>
          <p:cNvPr id="1048591" name="Title 1"/>
          <p:cNvSpPr>
            <a:spLocks noGrp="1"/>
          </p:cNvSpPr>
          <p:nvPr>
            <p:ph type="title"/>
          </p:nvPr>
        </p:nvSpPr>
        <p:spPr>
          <a:xfrm>
            <a:off x="838200" y="155864"/>
            <a:ext cx="10515600" cy="892174"/>
          </a:xfrm>
        </p:spPr>
        <p:txBody>
          <a:bodyPr/>
          <a:p>
            <a:pPr algn="ctr"/>
            <a:r>
              <a:rPr altLang="en-US" b="1" dirty="0" sz="3200" lang="en-IN">
                <a:latin typeface="Times New Roman" panose="02020603050405020304" pitchFamily="18" charset="0"/>
                <a:cs typeface="Times New Roman" panose="02020603050405020304" pitchFamily="18" charset="0"/>
              </a:rPr>
              <a:t>ABSTRACT</a:t>
            </a:r>
          </a:p>
        </p:txBody>
      </p:sp>
      <p:sp>
        <p:nvSpPr>
          <p:cNvPr id="1048592" name="Content Placeholder 2"/>
          <p:cNvSpPr>
            <a:spLocks noGrp="1"/>
          </p:cNvSpPr>
          <p:nvPr>
            <p:ph idx="1"/>
          </p:nvPr>
        </p:nvSpPr>
        <p:spPr>
          <a:xfrm>
            <a:off x="581891" y="1091046"/>
            <a:ext cx="11087100" cy="5372099"/>
          </a:xfrm>
        </p:spPr>
        <p:txBody>
          <a:bodyPr>
            <a:noAutofit/>
          </a:bodyPr>
          <a:p>
            <a:pPr algn="just" indent="-6350" marL="48895">
              <a:lnSpc>
                <a:spcPct val="107000"/>
              </a:lnSpc>
              <a:spcAft>
                <a:spcPts val="15"/>
              </a:spcAft>
              <a:buNone/>
            </a:pPr>
            <a:r>
              <a:rPr dirty="0" sz="1800" lang="en-US">
                <a:latin typeface="Times New Roman" panose="02020603050405020304" pitchFamily="18" charset="0"/>
                <a:cs typeface="Times New Roman" panose="02020603050405020304" pitchFamily="18" charset="0"/>
              </a:rPr>
              <a:t>Effective waste management is critical for maintaining public health and environmental sustainability. Traditional methods of waste sorting are often manual, error-prone, and inefficient, hindering timely recycling and hazardous waste identification. This project presents an automated garbage classification system that leverages deep learning techniques to accurately categorize waste materials from images. Using convolutional neural network architectures such as ResNet50 and VGG16, the system classifies waste into recyclable, non-recyclable, healthy, and hazardous categories. The model is trained on a diverse dataset of waste images to ensure robustness across various garbage types and environmental conditions. By enabling real-time classification, the system facilitates improved waste segregation at the source, reducing human exposure to harmful materials and promoting effective recycling processes. The proposed solution supports municipalities and recycling centers in optimizing waste management workflows, ultimately contributing to healthier communities and sustainable environmental practices. This research highlights the potential of deep learning in transforming traditional waste handling through intelligent automation Future enhancements may include integration with IoT-enabled smart bins and edge devices to enable large-scale deployment and real-time waste management</a:t>
            </a:r>
            <a:r>
              <a:rPr dirty="0" sz="1800" kern="100" lang="en-IN">
                <a:solidFill>
                  <a:srgbClr val="000000"/>
                </a:solidFill>
                <a:effectLst/>
                <a:latin typeface="Times New Roman" panose="02020603050405020304" pitchFamily="18" charset="0"/>
                <a:ea typeface="Times New Roman" panose="02020603050405020304" pitchFamily="18" charset="0"/>
              </a:rPr>
              <a:t>.</a:t>
            </a:r>
          </a:p>
          <a:p>
            <a:pPr algn="just" indent="0" marL="39370" marR="31115">
              <a:lnSpc>
                <a:spcPct val="103000"/>
              </a:lnSpc>
              <a:spcAft>
                <a:spcPts val="1340"/>
              </a:spcAft>
              <a:buNone/>
            </a:pPr>
            <a:endParaRPr b="1" dirty="0" sz="1800" kern="100" lang="en-IN">
              <a:solidFill>
                <a:srgbClr val="000000"/>
              </a:solidFill>
              <a:effectLst/>
              <a:latin typeface="Times New Roman" panose="02020603050405020304" pitchFamily="18" charset="0"/>
              <a:ea typeface="Times New Roman" panose="02020603050405020304" pitchFamily="18" charset="0"/>
            </a:endParaRPr>
          </a:p>
          <a:p>
            <a:pPr algn="just" indent="0" marL="39370" marR="31115">
              <a:lnSpc>
                <a:spcPct val="103000"/>
              </a:lnSpc>
              <a:spcAft>
                <a:spcPts val="1340"/>
              </a:spcAft>
              <a:buNone/>
            </a:pPr>
            <a:r>
              <a:rPr b="1" dirty="0" sz="1800" kern="100" lang="en-IN">
                <a:solidFill>
                  <a:srgbClr val="000000"/>
                </a:solidFill>
                <a:effectLst/>
                <a:latin typeface="Times New Roman" panose="02020603050405020304" pitchFamily="18" charset="0"/>
                <a:ea typeface="Times New Roman" panose="02020603050405020304" pitchFamily="18" charset="0"/>
              </a:rPr>
              <a:t>Keywords:</a:t>
            </a:r>
            <a:r>
              <a:rPr dirty="0" sz="1800" kern="100" lang="en-IN">
                <a:solidFill>
                  <a:srgbClr val="000000"/>
                </a:solidFill>
                <a:effectLst/>
                <a:latin typeface="Times New Roman" panose="02020603050405020304" pitchFamily="18" charset="0"/>
                <a:ea typeface="Times New Roman" panose="02020603050405020304" pitchFamily="18" charset="0"/>
              </a:rPr>
              <a:t> </a:t>
            </a:r>
            <a:r>
              <a:rPr b="1" dirty="0" sz="1800" i="1" lang="en-US">
                <a:latin typeface="Times New Roman" panose="02020603050405020304" pitchFamily="18" charset="0"/>
                <a:cs typeface="Times New Roman" panose="02020603050405020304" pitchFamily="18" charset="0"/>
              </a:rPr>
              <a:t>Garbage classification, Deep learning, ResNet50, VGG16, Waste management, Recycling, Hazardous waste detection, Image classification, Public health</a:t>
            </a:r>
            <a:r>
              <a:rPr altLang="en-US" b="1" dirty="0" sz="1800" i="1" kern="100" lang="en-US">
                <a:solidFill>
                  <a:srgbClr val="000000"/>
                </a:solidFill>
                <a:latin typeface="Times New Roman" panose="02020603050405020304" pitchFamily="18" charset="0"/>
                <a:ea typeface="Times New Roman" panose="02020603050405020304" pitchFamily="18" charset="0"/>
              </a:rPr>
              <a: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23" name=""/>
        <p:cNvGrpSpPr/>
        <p:nvPr/>
      </p:nvGrpSpPr>
      <p:grpSpPr>
        <a:xfrm>
          <a:off x="0" y="0"/>
          <a:ext cx="0" cy="0"/>
          <a:chOff x="0" y="0"/>
          <a:chExt cx="0" cy="0"/>
        </a:xfrm>
      </p:grpSpPr>
      <p:sp>
        <p:nvSpPr>
          <p:cNvPr id="1048593" name="Title 1"/>
          <p:cNvSpPr>
            <a:spLocks noGrp="1"/>
          </p:cNvSpPr>
          <p:nvPr>
            <p:ph type="title"/>
          </p:nvPr>
        </p:nvSpPr>
        <p:spPr>
          <a:xfrm>
            <a:off x="838200" y="365125"/>
            <a:ext cx="10515600" cy="1200785"/>
          </a:xfrm>
        </p:spPr>
        <p:txBody>
          <a:bodyPr/>
          <a:p>
            <a:pPr algn="ctr"/>
            <a:r>
              <a:rPr altLang="en-US" b="1" dirty="0" sz="3200" lang="en-IN">
                <a:latin typeface="Times New Roman" panose="02020603050405020304" pitchFamily="18" charset="0"/>
                <a:cs typeface="Times New Roman" panose="02020603050405020304" pitchFamily="18" charset="0"/>
              </a:rPr>
              <a:t>INTRODUCTION</a:t>
            </a:r>
          </a:p>
        </p:txBody>
      </p:sp>
      <p:sp>
        <p:nvSpPr>
          <p:cNvPr id="1048594" name="Content Placeholder 2"/>
          <p:cNvSpPr>
            <a:spLocks noGrp="1"/>
          </p:cNvSpPr>
          <p:nvPr>
            <p:ph idx="1"/>
          </p:nvPr>
        </p:nvSpPr>
        <p:spPr>
          <a:xfrm>
            <a:off x="838200" y="1565909"/>
            <a:ext cx="10515600" cy="4657909"/>
          </a:xfrm>
        </p:spPr>
        <p:txBody>
          <a:bodyPr>
            <a:noAutofit/>
          </a:bodyPr>
          <a:p>
            <a:pPr indent="0" marL="0">
              <a:buNone/>
            </a:pPr>
            <a:r>
              <a:rPr dirty="0" sz="1800" lang="en-US">
                <a:latin typeface="Times New Roman" panose="02020603050405020304" pitchFamily="18" charset="0"/>
                <a:cs typeface="Times New Roman" panose="02020603050405020304" pitchFamily="18" charset="0"/>
              </a:rPr>
              <a:t>Waste management is an important issue for both environmental protection and public health. Traditional waste sorting methods are mostly manual, making the process slow, inefficient, and prone to mistakes. Improper segregation of waste can cause serious problems such as pollution, health risks, and difficulty in recycling. With the increase in population and urban growth, there is a greater need for an effective system that can help in proper classification and disposal of waste materials.</a:t>
            </a:r>
          </a:p>
          <a:p>
            <a:pPr indent="0" marL="0">
              <a:buNone/>
            </a:pPr>
            <a:r>
              <a:rPr dirty="0" sz="1800" lang="en-US">
                <a:latin typeface="Times New Roman" panose="02020603050405020304" pitchFamily="18" charset="0"/>
                <a:cs typeface="Times New Roman" panose="02020603050405020304" pitchFamily="18" charset="0"/>
              </a:rPr>
              <a:t>This project introduces an automated garbage classification system that uses deep learning techniques to identify different types of waste from images. Convolutional Neural Network (CNN) models like ResNet50 and VGG16 are used to classify waste into four categories: recyclable, non-recyclable, healthy, and hazardous. The system is trained on a dataset of diverse waste images to ensure good accuracy in different conditions, such as variations in lighting or object appearance. By using this approach, the system can perform real-time classification, reducing the need for human involvement and minimizing exposure to harmful materials.</a:t>
            </a:r>
          </a:p>
          <a:p>
            <a:pPr indent="0" marL="0">
              <a:buNone/>
            </a:pPr>
            <a:r>
              <a:rPr dirty="0" sz="1800" lang="en-US">
                <a:latin typeface="Times New Roman" panose="02020603050405020304" pitchFamily="18" charset="0"/>
                <a:cs typeface="Times New Roman" panose="02020603050405020304" pitchFamily="18" charset="0"/>
              </a:rPr>
              <a:t>The main aim of this project is to make waste management smarter and more efficient. By helping in proper segregation at the source, the system supports recycling processes and contributes to environmental sustainability. It can also be useful for municipalities, households, and recycling centers to handle waste more effectively. In the future, the system can be combined with smart bins and IoT devices for wider applications in smart cities. Overall, this project demonstrates how deep learning can be applied to solve real-world problems in waste management.</a:t>
            </a:r>
          </a:p>
          <a:p>
            <a:pPr algn="just" indent="0" marL="0">
              <a:buNone/>
            </a:pPr>
            <a:endParaRPr altLang="en-US" dirty="0" sz="1700" 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24" name=""/>
        <p:cNvGrpSpPr/>
        <p:nvPr/>
      </p:nvGrpSpPr>
      <p:grpSpPr>
        <a:xfrm>
          <a:off x="0" y="0"/>
          <a:ext cx="0" cy="0"/>
          <a:chOff x="0" y="0"/>
          <a:chExt cx="0" cy="0"/>
        </a:xfrm>
      </p:grpSpPr>
      <p:sp>
        <p:nvSpPr>
          <p:cNvPr id="1048595" name="Title 1"/>
          <p:cNvSpPr>
            <a:spLocks noGrp="1"/>
          </p:cNvSpPr>
          <p:nvPr>
            <p:ph type="title"/>
          </p:nvPr>
        </p:nvSpPr>
        <p:spPr>
          <a:xfrm>
            <a:off x="838200" y="365125"/>
            <a:ext cx="10515600" cy="399373"/>
          </a:xfrm>
        </p:spPr>
        <p:txBody>
          <a:bodyPr>
            <a:normAutofit fontScale="90000"/>
          </a:bodyPr>
          <a:p>
            <a:pPr algn="ctr"/>
            <a:r>
              <a:rPr b="1" dirty="0" sz="3200" lang="en-US">
                <a:latin typeface="Times New Roman" panose="02020603050405020304" pitchFamily="18" charset="0"/>
                <a:cs typeface="Times New Roman" panose="02020603050405020304" pitchFamily="18" charset="0"/>
              </a:rPr>
              <a:t>Literature review</a:t>
            </a:r>
            <a:endParaRPr b="1" dirty="0" sz="3200" lang="en-IN">
              <a:latin typeface="Times New Roman" panose="02020603050405020304" pitchFamily="18" charset="0"/>
              <a:cs typeface="Times New Roman" panose="02020603050405020304" pitchFamily="18" charset="0"/>
            </a:endParaRPr>
          </a:p>
        </p:txBody>
      </p:sp>
      <p:sp>
        <p:nvSpPr>
          <p:cNvPr id="1048596" name="Rectangle 5"/>
          <p:cNvSpPr/>
          <p:nvPr/>
        </p:nvSpPr>
        <p:spPr>
          <a:xfrm>
            <a:off x="354767" y="764498"/>
            <a:ext cx="11482466" cy="6492240"/>
          </a:xfrm>
          <a:prstGeom prst="rect"/>
        </p:spPr>
        <p:txBody>
          <a:bodyPr wrap="square">
            <a:spAutoFit/>
          </a:bodyPr>
          <a:p>
            <a:pPr algn="just"/>
            <a:r>
              <a:rPr dirty="0" sz="2400" lang="en-US"/>
              <a:t>Recent, research demonstrates that deep learning with CNNs such as ResNet50, VGG16, and hybrid models achieves high accuracy (up to 97%) in classifying waste from images, outperforming manual sorting and traditional algorithms. In comparative studies on multi-class garbage datasets, VGG16 slightly outperforms ResNet50, reaching around 97% accuracy versus 96%, while ResNet50 offers improved computational efficiency with faster training times. Attention mechanisms like CBAM, </a:t>
            </a:r>
            <a:r>
              <a:rPr dirty="0" sz="2400" lang="en-US" err="1"/>
              <a:t>SENet</a:t>
            </a:r>
            <a:r>
              <a:rPr dirty="0" sz="2400" lang="en-US"/>
              <a:t>, and ECA significantly enhance feature extraction and classification performance. Lightweight attention modules such as ECA enable real-time and edge-based deployments crucial for smart waste management systems. Additionally, model fusion and consensus-based approaches that combine multiple CNN and object detection models have achieved recognition rates approaching 98%, with practical systems increasingly deployed in real-world waste management scenarios (Yang et al., 2023; IRJAEH, 2024; Xiao &amp; Sun, 2022; Mittal et al., 2020). However, challenges such as limited annotated datasets, domain adaptation across varied waste types, and the need for interpretable yet lightweight models remain critical areas for further research and development to ensure robustness and broad applicability in real-world waste management systems.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25" name=""/>
        <p:cNvGrpSpPr/>
        <p:nvPr/>
      </p:nvGrpSpPr>
      <p:grpSpPr>
        <a:xfrm>
          <a:off x="0" y="0"/>
          <a:ext cx="0" cy="0"/>
          <a:chOff x="0" y="0"/>
          <a:chExt cx="0" cy="0"/>
        </a:xfrm>
      </p:grpSpPr>
      <p:sp>
        <p:nvSpPr>
          <p:cNvPr id="1048597" name="Title 1"/>
          <p:cNvSpPr>
            <a:spLocks noGrp="1"/>
          </p:cNvSpPr>
          <p:nvPr>
            <p:ph type="title"/>
          </p:nvPr>
        </p:nvSpPr>
        <p:spPr>
          <a:xfrm>
            <a:off x="739878" y="178312"/>
            <a:ext cx="10515600" cy="991727"/>
          </a:xfrm>
        </p:spPr>
        <p:txBody>
          <a:bodyPr/>
          <a:p>
            <a:pPr algn="ctr"/>
            <a:r>
              <a:rPr dirty="0" lang="en-IN"/>
              <a:t>References</a:t>
            </a:r>
            <a:endParaRPr dirty="0" lang="en-US"/>
          </a:p>
        </p:txBody>
      </p:sp>
      <p:sp>
        <p:nvSpPr>
          <p:cNvPr id="1048598" name="TextBox 2"/>
          <p:cNvSpPr txBox="1"/>
          <p:nvPr/>
        </p:nvSpPr>
        <p:spPr>
          <a:xfrm>
            <a:off x="658761" y="1317523"/>
            <a:ext cx="11139949" cy="4185761"/>
          </a:xfrm>
          <a:prstGeom prst="rect"/>
          <a:noFill/>
        </p:spPr>
        <p:txBody>
          <a:bodyPr rtlCol="0" wrap="square">
            <a:spAutoFit/>
          </a:bodyPr>
          <a:p>
            <a:r>
              <a:rPr dirty="0" sz="2200" lang="en-IN">
                <a:latin typeface="Times New Roman" panose="02020603050405020304" pitchFamily="18" charset="0"/>
                <a:cs typeface="Times New Roman" panose="02020603050405020304" pitchFamily="18" charset="0"/>
              </a:rPr>
              <a:t>Sattar, M. A. M. Ridoy, A. K. Saha, et al., "Computer vision based deep learning approach for toxic and harmful substances detection in fruits," Bangladesh University of Professionals, Dhaka, 2024. [Online]. </a:t>
            </a:r>
          </a:p>
          <a:p>
            <a:r>
              <a:rPr b="1" dirty="0" lang="en-IN">
                <a:latin typeface="Times New Roman" panose="02020603050405020304" pitchFamily="18" charset="0"/>
                <a:cs typeface="Times New Roman" panose="02020603050405020304" pitchFamily="18" charset="0"/>
              </a:rPr>
              <a:t>Link:</a:t>
            </a:r>
            <a:r>
              <a:rPr dirty="0" lang="en-IN"/>
              <a:t> </a:t>
            </a:r>
            <a:r>
              <a:rPr dirty="0" lang="en-IN">
                <a:hlinkClick r:id="rId1"/>
              </a:rPr>
              <a:t>https://www.sciencedirect.com/science/article/pii/S2405844024014026</a:t>
            </a:r>
            <a:endParaRPr dirty="0" lang="en-IN"/>
          </a:p>
          <a:p>
            <a:endParaRPr dirty="0" lang="en-IN"/>
          </a:p>
          <a:p>
            <a:r>
              <a:rPr dirty="0" sz="2200" lang="en-IN">
                <a:latin typeface="Times New Roman" panose="02020603050405020304" pitchFamily="18" charset="0"/>
                <a:cs typeface="Times New Roman" panose="02020603050405020304" pitchFamily="18" charset="0"/>
              </a:rPr>
              <a:t>J. Indhumathi and M. Balasubramanian, "Real-time video based human suspicious activity recognition using deep learning," International Journal of Image, Graphics and Signal Processing, vol. 15, no. 1, pp. 47-62, 2023. [Online]. </a:t>
            </a:r>
          </a:p>
          <a:p>
            <a:r>
              <a:rPr b="1" dirty="0" lang="en-IN">
                <a:latin typeface="Times New Roman" panose="02020603050405020304" pitchFamily="18" charset="0"/>
                <a:cs typeface="Times New Roman" panose="02020603050405020304" pitchFamily="18" charset="0"/>
              </a:rPr>
              <a:t>Link</a:t>
            </a:r>
            <a:r>
              <a:rPr b="1" dirty="0" lang="en-IN"/>
              <a:t>:</a:t>
            </a:r>
            <a:r>
              <a:rPr dirty="0" lang="en-IN"/>
              <a:t> </a:t>
            </a:r>
            <a:r>
              <a:rPr dirty="0" lang="en-IN">
                <a:hlinkClick r:id="rId2"/>
              </a:rPr>
              <a:t>https://www.mecs-press.org/ijigsp/ijigsp-v15-n1/v15n1-5.html</a:t>
            </a:r>
            <a:endParaRPr dirty="0" lang="en-IN"/>
          </a:p>
          <a:p>
            <a:endParaRPr dirty="0" lang="en-IN"/>
          </a:p>
          <a:p>
            <a:r>
              <a:rPr dirty="0" sz="2200" lang="en-IN">
                <a:latin typeface="Times New Roman" panose="02020603050405020304" pitchFamily="18" charset="0"/>
                <a:cs typeface="Times New Roman" panose="02020603050405020304" pitchFamily="18" charset="0"/>
              </a:rPr>
              <a:t>Alsabei, A. Alsayed, M. Alzahrani, et al., "Waste Classification by Fine-Tuning Pre-trained CNN and GAN," International Journal of Computer Science and Network Security, 2021. [Online]. </a:t>
            </a:r>
          </a:p>
          <a:p>
            <a:r>
              <a:rPr b="1" dirty="0" lang="en-IN">
                <a:latin typeface="Times New Roman" panose="02020603050405020304" pitchFamily="18" charset="0"/>
                <a:cs typeface="Times New Roman" panose="02020603050405020304" pitchFamily="18" charset="0"/>
              </a:rPr>
              <a:t>Link:</a:t>
            </a:r>
            <a:r>
              <a:rPr dirty="0" lang="en-IN"/>
              <a:t> </a:t>
            </a:r>
            <a:r>
              <a:rPr dirty="0" lang="en-IN">
                <a:hlinkClick r:id="rId3"/>
              </a:rPr>
              <a:t>https://koreascience.kr/article/JAKO202127452922437.page</a:t>
            </a:r>
            <a:endParaRPr dirty="0"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26" name=""/>
        <p:cNvGrpSpPr/>
        <p:nvPr/>
      </p:nvGrpSpPr>
      <p:grpSpPr>
        <a:xfrm>
          <a:off x="0" y="0"/>
          <a:ext cx="0" cy="0"/>
          <a:chOff x="0" y="0"/>
          <a:chExt cx="0" cy="0"/>
        </a:xfrm>
      </p:grpSpPr>
      <p:sp>
        <p:nvSpPr>
          <p:cNvPr id="1048599" name="Content Placeholder 2"/>
          <p:cNvSpPr>
            <a:spLocks noGrp="1"/>
          </p:cNvSpPr>
          <p:nvPr>
            <p:ph idx="1"/>
          </p:nvPr>
        </p:nvSpPr>
        <p:spPr>
          <a:xfrm>
            <a:off x="838200" y="989883"/>
            <a:ext cx="10515600" cy="4351338"/>
          </a:xfrm>
        </p:spPr>
        <p:txBody>
          <a:bodyPr/>
          <a:p>
            <a:pPr algn="ctr" indent="0" marL="0">
              <a:buNone/>
            </a:pPr>
            <a:r>
              <a:rPr dirty="0" lang="en-US"/>
              <a:t> </a:t>
            </a:r>
          </a:p>
          <a:p>
            <a:pPr algn="ctr" indent="0" marL="0">
              <a:buNone/>
            </a:pPr>
            <a:endParaRPr dirty="0" lang="en-US"/>
          </a:p>
          <a:p>
            <a:pPr algn="ctr" indent="0" marL="0">
              <a:buNone/>
            </a:pPr>
            <a:r>
              <a:rPr b="1" dirty="0" sz="8800" lang="en-US">
                <a:latin typeface="Times New Roman" panose="02020603050405020304" pitchFamily="18" charset="0"/>
                <a:cs typeface="Times New Roman" panose="02020603050405020304" pitchFamily="18" charset="0"/>
              </a:rPr>
              <a:t>THANK</a:t>
            </a:r>
            <a:r>
              <a:rPr dirty="0" sz="8800" lang="en-US">
                <a:latin typeface="Times New Roman" panose="02020603050405020304" pitchFamily="18" charset="0"/>
                <a:cs typeface="Times New Roman" panose="02020603050405020304" pitchFamily="18" charset="0"/>
              </a:rPr>
              <a:t> </a:t>
            </a:r>
          </a:p>
          <a:p>
            <a:pPr algn="ctr" indent="0" marL="0">
              <a:buNone/>
            </a:pPr>
            <a:r>
              <a:rPr b="1" dirty="0" sz="8800" lang="en-US">
                <a:latin typeface="Times New Roman" panose="02020603050405020304" pitchFamily="18" charset="0"/>
                <a:cs typeface="Times New Roman" panose="02020603050405020304" pitchFamily="18" charset="0"/>
              </a:rPr>
              <a:t>YOU</a:t>
            </a:r>
            <a:endParaRPr b="1" dirty="0" sz="8800" lang="en-IN">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ppt/theme/theme2.xml><?xml version="1.0" encoding="utf-8"?>
<a:theme xmlns:a="http://schemas.openxmlformats.org/drawingml/2006/main" name="Office 主题">
  <a:themeElements>
    <a:clrScheme name="Office">
      <a:dk1>
        <a:sysClr lastClr="000000" val="windowText"/>
      </a:dk1>
      <a:lt1>
        <a:sysClr lastClr="FFFFFF" val="window"/>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docProps/app.xml><?xml version="1.0" encoding="utf-8"?>
<Properties xmlns="http://schemas.openxmlformats.org/officeDocument/2006/extended-properties">
  <Application>Microsoft Office PowerPoint</Application>
  <ScaleCrop>0</ScaleCrop>
  <LinksUpToDate>0</LinksUpToDate>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title>PowerPoint Presentation</dc:title>
  <dc:creator>VIGNAN-CPU0518</dc:creator>
  <cp:lastModifiedBy>YARRAMSETTI SATYA SAI VENKAT</cp:lastModifiedBy>
  <dcterms:created xsi:type="dcterms:W3CDTF">2025-01-10T16:01:00Z</dcterms:created>
  <dcterms:modified xsi:type="dcterms:W3CDTF">2025-09-06T03:13:57Z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e402357682004b74bef4612f1a58bf60</vt:lpwstr>
  </property>
  <property fmtid="{D5CDD505-2E9C-101B-9397-08002B2CF9AE}" pid="3" name="KSOProductBuildVer">
    <vt:lpwstr>1033-12.2.0.19805</vt:lpwstr>
  </property>
</Properties>
</file>